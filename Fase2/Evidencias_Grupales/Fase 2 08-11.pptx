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1" r:id="rId5"/>
    <p:sldId id="259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8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FA726-DDAB-44BF-A139-7BB0341892BF}" type="doc">
      <dgm:prSet loTypeId="urn:microsoft.com/office/officeart/2005/8/layout/bProcess4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C7F5D4A-8A33-49CF-AD5A-4E79BC1B81A9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10 de Septiembre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A9A11C9-C8CF-4C25-8B7C-FF2B0DA0E109}" type="parTrans" cxnId="{12986ED4-A92F-4408-9328-E65E9FBA097D}">
      <dgm:prSet/>
      <dgm:spPr/>
      <dgm:t>
        <a:bodyPr/>
        <a:lstStyle/>
        <a:p>
          <a:endParaRPr lang="en-US"/>
        </a:p>
      </dgm:t>
    </dgm:pt>
    <dgm:pt modelId="{A65A5A3F-32F2-496F-9F11-FF66F1CEAF0C}" type="sibTrans" cxnId="{12986ED4-A92F-4408-9328-E65E9FBA097D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A6117141-5116-4291-9647-108077030FD8}">
      <dgm:prSet phldrT="[Text]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Acta de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constitución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aprobada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E679B68-9B4A-472A-809E-E5E3F321DCE2}" type="parTrans" cxnId="{7E5DF694-D57D-41E2-978A-02C40BCC7323}">
      <dgm:prSet/>
      <dgm:spPr/>
      <dgm:t>
        <a:bodyPr/>
        <a:lstStyle/>
        <a:p>
          <a:endParaRPr lang="en-US"/>
        </a:p>
      </dgm:t>
    </dgm:pt>
    <dgm:pt modelId="{8E5952BC-FDB6-4D02-924C-F5C4A2EBD61B}" type="sibTrans" cxnId="{7E5DF694-D57D-41E2-978A-02C40BCC7323}">
      <dgm:prSet/>
      <dgm:spPr/>
      <dgm:t>
        <a:bodyPr/>
        <a:lstStyle/>
        <a:p>
          <a:endParaRPr lang="en-US"/>
        </a:p>
      </dgm:t>
    </dgm:pt>
    <dgm:pt modelId="{E4EDAD15-B318-40E5-84C9-BF5A581A7ACE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20 de Septiembre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35A553C-CBA8-4274-85AB-D56D7F38225E}" type="parTrans" cxnId="{58D48F03-FB1E-46DF-8C47-85014077D4AD}">
      <dgm:prSet/>
      <dgm:spPr/>
      <dgm:t>
        <a:bodyPr/>
        <a:lstStyle/>
        <a:p>
          <a:endParaRPr lang="en-US"/>
        </a:p>
      </dgm:t>
    </dgm:pt>
    <dgm:pt modelId="{B1CCE645-B990-43F0-AB08-FB4E79E1F5A2}" type="sibTrans" cxnId="{58D48F03-FB1E-46DF-8C47-85014077D4AD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F356B5B5-F50A-49FE-8929-5EA122B8DEF7}">
      <dgm:prSet phldrT="[Text]" custT="1"/>
      <dgm:spPr/>
      <dgm:t>
        <a:bodyPr anchor="ctr"/>
        <a:lstStyle/>
        <a:p>
          <a:pPr algn="l"/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Requisitos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diseño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completados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E263BEB-D05D-408A-9D42-AA2FFF337594}" type="parTrans" cxnId="{C9314023-26E1-4FA5-80A7-A45BBA523639}">
      <dgm:prSet/>
      <dgm:spPr/>
      <dgm:t>
        <a:bodyPr/>
        <a:lstStyle/>
        <a:p>
          <a:endParaRPr lang="en-US"/>
        </a:p>
      </dgm:t>
    </dgm:pt>
    <dgm:pt modelId="{2879B957-098A-4245-9831-A437A1D28C8D}" type="sibTrans" cxnId="{C9314023-26E1-4FA5-80A7-A45BBA523639}">
      <dgm:prSet/>
      <dgm:spPr/>
      <dgm:t>
        <a:bodyPr/>
        <a:lstStyle/>
        <a:p>
          <a:endParaRPr lang="en-US"/>
        </a:p>
      </dgm:t>
    </dgm:pt>
    <dgm:pt modelId="{CEE44FE3-1D69-4F0B-B5BE-D74474915A0D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25 de Octubre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F437F5C-9918-4EBE-B04B-82AB5A73884B}" type="parTrans" cxnId="{52B6C650-1915-40D1-9E9C-8E961219893A}">
      <dgm:prSet/>
      <dgm:spPr/>
      <dgm:t>
        <a:bodyPr/>
        <a:lstStyle/>
        <a:p>
          <a:endParaRPr lang="en-US"/>
        </a:p>
      </dgm:t>
    </dgm:pt>
    <dgm:pt modelId="{85C607C5-0566-4957-AF71-BAAA1E302A31}" type="sibTrans" cxnId="{52B6C650-1915-40D1-9E9C-8E961219893A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E8E368D2-127D-45AA-8806-C7E4B96876C6}">
      <dgm:prSet phldrT="[Text]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1 </a:t>
          </a:r>
        </a:p>
      </dgm:t>
    </dgm:pt>
    <dgm:pt modelId="{9A31F910-2850-43CA-9C87-144BCCC5931F}" type="parTrans" cxnId="{65BD8DA7-5B1B-4716-ADF7-E2A3DFE578FD}">
      <dgm:prSet/>
      <dgm:spPr/>
      <dgm:t>
        <a:bodyPr/>
        <a:lstStyle/>
        <a:p>
          <a:endParaRPr lang="en-US"/>
        </a:p>
      </dgm:t>
    </dgm:pt>
    <dgm:pt modelId="{B912CC34-0F45-4C09-9946-6713E9580A8F}" type="sibTrans" cxnId="{65BD8DA7-5B1B-4716-ADF7-E2A3DFE578FD}">
      <dgm:prSet/>
      <dgm:spPr/>
      <dgm:t>
        <a:bodyPr/>
        <a:lstStyle/>
        <a:p>
          <a:endParaRPr lang="en-US"/>
        </a:p>
      </dgm:t>
    </dgm:pt>
    <dgm:pt modelId="{F437D2B1-FF25-4352-AE51-6A2997C3F265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11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777A87F-2806-425B-B158-63499B256F9C}" type="parTrans" cxnId="{7B8F2510-8075-4FE9-8417-5A8BB5F06E81}">
      <dgm:prSet/>
      <dgm:spPr/>
      <dgm:t>
        <a:bodyPr/>
        <a:lstStyle/>
        <a:p>
          <a:endParaRPr lang="en-US"/>
        </a:p>
      </dgm:t>
    </dgm:pt>
    <dgm:pt modelId="{DB257F7C-F273-4507-A926-40F8D571AB1D}" type="sibTrans" cxnId="{7B8F2510-8075-4FE9-8417-5A8BB5F06E81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60981913-C87A-4A83-93ED-EA9597EA2B32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2</a:t>
          </a:r>
        </a:p>
      </dgm:t>
    </dgm:pt>
    <dgm:pt modelId="{11769D05-A83C-4C79-A228-AEB31733F3E0}" type="parTrans" cxnId="{8D04EEC1-B256-4ACD-9A48-981D1D5D3BA6}">
      <dgm:prSet/>
      <dgm:spPr/>
      <dgm:t>
        <a:bodyPr/>
        <a:lstStyle/>
        <a:p>
          <a:endParaRPr lang="en-US"/>
        </a:p>
      </dgm:t>
    </dgm:pt>
    <dgm:pt modelId="{99C1A24C-FEAA-489D-8265-323756B80CCE}" type="sibTrans" cxnId="{8D04EEC1-B256-4ACD-9A48-981D1D5D3BA6}">
      <dgm:prSet/>
      <dgm:spPr/>
      <dgm:t>
        <a:bodyPr/>
        <a:lstStyle/>
        <a:p>
          <a:endParaRPr lang="en-US"/>
        </a:p>
      </dgm:t>
    </dgm:pt>
    <dgm:pt modelId="{B505A5F4-9F98-456F-9259-0980A46C2EA6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15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2F438E5-F1EA-4464-949E-EF7577B4285F}" type="parTrans" cxnId="{00009F09-11C4-4976-98D4-A78F11591A79}">
      <dgm:prSet/>
      <dgm:spPr/>
      <dgm:t>
        <a:bodyPr/>
        <a:lstStyle/>
        <a:p>
          <a:endParaRPr lang="en-US"/>
        </a:p>
      </dgm:t>
    </dgm:pt>
    <dgm:pt modelId="{60310EF7-34A4-4649-A686-D4D110964A65}" type="sibTrans" cxnId="{00009F09-11C4-4976-98D4-A78F11591A79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8B01DC1D-AD92-472C-8501-5FC16BFB01EA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3</a:t>
          </a:r>
        </a:p>
      </dgm:t>
    </dgm:pt>
    <dgm:pt modelId="{62310525-F28E-4D61-8334-E355DB4E7361}" type="parTrans" cxnId="{E972F8E0-1701-44E8-9A1E-729CB4102307}">
      <dgm:prSet/>
      <dgm:spPr/>
      <dgm:t>
        <a:bodyPr/>
        <a:lstStyle/>
        <a:p>
          <a:endParaRPr lang="en-US"/>
        </a:p>
      </dgm:t>
    </dgm:pt>
    <dgm:pt modelId="{79B77B9E-1296-47CB-9BB7-96ADB3916D64}" type="sibTrans" cxnId="{E972F8E0-1701-44E8-9A1E-729CB4102307}">
      <dgm:prSet/>
      <dgm:spPr/>
      <dgm:t>
        <a:bodyPr/>
        <a:lstStyle/>
        <a:p>
          <a:endParaRPr lang="en-US"/>
        </a:p>
      </dgm:t>
    </dgm:pt>
    <dgm:pt modelId="{D66D162C-97B1-4E58-97E1-07EA3D2EB716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18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4B0CC8A-A0EB-4D99-9F15-E483FE12AAFE}" type="parTrans" cxnId="{E25AFC56-C160-4B7E-8A5D-D72587ECB130}">
      <dgm:prSet/>
      <dgm:spPr/>
      <dgm:t>
        <a:bodyPr/>
        <a:lstStyle/>
        <a:p>
          <a:endParaRPr lang="en-US"/>
        </a:p>
      </dgm:t>
    </dgm:pt>
    <dgm:pt modelId="{319B4352-7EA5-45CC-AE46-959540678B10}" type="sibTrans" cxnId="{E25AFC56-C160-4B7E-8A5D-D72587ECB130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6697499E-8C15-47BC-821E-05F521A64040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4</a:t>
          </a:r>
        </a:p>
      </dgm:t>
    </dgm:pt>
    <dgm:pt modelId="{69F7A060-D11A-41D6-9FB8-73AC1068CE0B}" type="parTrans" cxnId="{3D5B9D10-6525-45E3-9BE7-4C7B76400A0D}">
      <dgm:prSet/>
      <dgm:spPr/>
      <dgm:t>
        <a:bodyPr/>
        <a:lstStyle/>
        <a:p>
          <a:endParaRPr lang="en-US"/>
        </a:p>
      </dgm:t>
    </dgm:pt>
    <dgm:pt modelId="{B4A232CE-8943-4A74-A7BF-6BD203417123}" type="sibTrans" cxnId="{3D5B9D10-6525-45E3-9BE7-4C7B76400A0D}">
      <dgm:prSet/>
      <dgm:spPr/>
      <dgm:t>
        <a:bodyPr/>
        <a:lstStyle/>
        <a:p>
          <a:endParaRPr lang="en-US"/>
        </a:p>
      </dgm:t>
    </dgm:pt>
    <dgm:pt modelId="{70088F0C-16C2-4BA9-B531-41D6E8A16807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20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EC3BAE1-87AD-446B-948E-AAF6FC7C79FF}" type="parTrans" cxnId="{FE4843A4-5368-4D72-A7F1-ED90383FCBB7}">
      <dgm:prSet/>
      <dgm:spPr/>
      <dgm:t>
        <a:bodyPr/>
        <a:lstStyle/>
        <a:p>
          <a:endParaRPr lang="en-US"/>
        </a:p>
      </dgm:t>
    </dgm:pt>
    <dgm:pt modelId="{62DEF41B-09AF-4826-890F-756646751BF8}" type="sibTrans" cxnId="{FE4843A4-5368-4D72-A7F1-ED90383FCBB7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D5C9F2A0-E689-4039-87FB-BD4904D17B73}">
      <dgm:prSet phldrT="[Text]" phldr="0"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Pruebas finales y documentación técnica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0FE157B-A2BC-4313-B8F5-305A5F27E932}" type="parTrans" cxnId="{D1D46805-B520-4B5B-A6D8-6FF8E39CB3FA}">
      <dgm:prSet/>
      <dgm:spPr/>
      <dgm:t>
        <a:bodyPr/>
        <a:lstStyle/>
        <a:p>
          <a:endParaRPr lang="en-US"/>
        </a:p>
      </dgm:t>
    </dgm:pt>
    <dgm:pt modelId="{629B2AC7-342B-4146-B9CD-7A37FC7EDAE9}" type="sibTrans" cxnId="{D1D46805-B520-4B5B-A6D8-6FF8E39CB3FA}">
      <dgm:prSet/>
      <dgm:spPr/>
      <dgm:t>
        <a:bodyPr/>
        <a:lstStyle/>
        <a:p>
          <a:endParaRPr lang="en-US"/>
        </a:p>
      </dgm:t>
    </dgm:pt>
    <dgm:pt modelId="{5AB85137-850E-4D6B-9767-22DB8B7B3E2C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22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707ACD1-D17E-4269-A585-E985915D8A19}" type="parTrans" cxnId="{100F6AF3-CBCF-4E84-83FB-EB080EE8A6E5}">
      <dgm:prSet/>
      <dgm:spPr/>
      <dgm:t>
        <a:bodyPr/>
        <a:lstStyle/>
        <a:p>
          <a:endParaRPr lang="en-US"/>
        </a:p>
      </dgm:t>
    </dgm:pt>
    <dgm:pt modelId="{1F328EC9-C3A6-4F35-9CBF-D1E564DEC83C}" type="sibTrans" cxnId="{100F6AF3-CBCF-4E84-83FB-EB080EE8A6E5}">
      <dgm:prSet/>
      <dgm:spPr/>
      <dgm:t>
        <a:bodyPr/>
        <a:lstStyle/>
        <a:p>
          <a:endParaRPr lang="en-US"/>
        </a:p>
      </dgm:t>
    </dgm:pt>
    <dgm:pt modelId="{2C6C702A-7C4F-44CD-9A97-937B49C2ABBA}">
      <dgm:prSet phldrT="[Text]" phldr="0" custT="1"/>
      <dgm:spPr/>
      <dgm:t>
        <a:bodyPr anchor="ctr"/>
        <a:lstStyle/>
        <a:p>
          <a:pPr algn="l"/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Defensa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entrega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final</a:t>
          </a:r>
        </a:p>
      </dgm:t>
    </dgm:pt>
    <dgm:pt modelId="{4A5F9F9B-2C0F-4E09-8D0A-33E3228EC47F}" type="parTrans" cxnId="{C633437C-E19D-4581-9CB2-4850D64C5200}">
      <dgm:prSet/>
      <dgm:spPr/>
      <dgm:t>
        <a:bodyPr/>
        <a:lstStyle/>
        <a:p>
          <a:endParaRPr lang="en-US"/>
        </a:p>
      </dgm:t>
    </dgm:pt>
    <dgm:pt modelId="{CDD30FAF-9CDB-4FEA-85E7-7D0D140FDA50}" type="sibTrans" cxnId="{C633437C-E19D-4581-9CB2-4850D64C5200}">
      <dgm:prSet/>
      <dgm:spPr/>
      <dgm:t>
        <a:bodyPr/>
        <a:lstStyle/>
        <a:p>
          <a:endParaRPr lang="en-US"/>
        </a:p>
      </dgm:t>
    </dgm:pt>
    <dgm:pt modelId="{FD5B0291-71B8-41E0-B687-14E681D3678D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Módulo de autenticación, organizaciones y CRUD de publicaciones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940281B-DE7B-4B15-A4E5-C08ED238E1FF}" type="parTrans" cxnId="{8B173482-882F-4F9E-9CC6-4A5CCA170A65}">
      <dgm:prSet/>
      <dgm:spPr/>
      <dgm:t>
        <a:bodyPr/>
        <a:lstStyle/>
        <a:p>
          <a:endParaRPr lang="en-US"/>
        </a:p>
      </dgm:t>
    </dgm:pt>
    <dgm:pt modelId="{BC5BC06F-3BA1-41DF-A1E7-FA5B2154EAC7}" type="sibTrans" cxnId="{8B173482-882F-4F9E-9CC6-4A5CCA170A65}">
      <dgm:prSet/>
      <dgm:spPr/>
      <dgm:t>
        <a:bodyPr/>
        <a:lstStyle/>
        <a:p>
          <a:endParaRPr lang="en-US"/>
        </a:p>
      </dgm:t>
    </dgm:pt>
    <dgm:pt modelId="{2E9E3A7A-0A33-4C33-A2B8-071D6FF1D1DF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Almacenamiento de Publicaciones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A49430B-369C-443E-B192-E01BDBEBD03C}" type="parTrans" cxnId="{5C3B20A5-029E-4680-9ABE-D4FC942FBD17}">
      <dgm:prSet/>
      <dgm:spPr/>
      <dgm:t>
        <a:bodyPr/>
        <a:lstStyle/>
        <a:p>
          <a:endParaRPr lang="en-US"/>
        </a:p>
      </dgm:t>
    </dgm:pt>
    <dgm:pt modelId="{A6EE2BBF-C317-411F-9776-A8778BBC3879}" type="sibTrans" cxnId="{5C3B20A5-029E-4680-9ABE-D4FC942FBD17}">
      <dgm:prSet/>
      <dgm:spPr/>
      <dgm:t>
        <a:bodyPr/>
        <a:lstStyle/>
        <a:p>
          <a:endParaRPr lang="en-US"/>
        </a:p>
      </dgm:t>
    </dgm:pt>
    <dgm:pt modelId="{76C0338F-49F5-4C08-BCCF-01A03708605C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Integración de Primera Red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01E73EB-E968-446C-91AA-951D2A8C7B14}" type="parTrans" cxnId="{73524384-A84D-4C46-9E4D-B152F5F490B9}">
      <dgm:prSet/>
      <dgm:spPr/>
      <dgm:t>
        <a:bodyPr/>
        <a:lstStyle/>
        <a:p>
          <a:endParaRPr lang="en-US"/>
        </a:p>
      </dgm:t>
    </dgm:pt>
    <dgm:pt modelId="{4279B08B-E6AB-44F1-B1DE-DEEFA6A605E7}" type="sibTrans" cxnId="{73524384-A84D-4C46-9E4D-B152F5F490B9}">
      <dgm:prSet/>
      <dgm:spPr/>
      <dgm:t>
        <a:bodyPr/>
        <a:lstStyle/>
        <a:p>
          <a:endParaRPr lang="en-US"/>
        </a:p>
      </dgm:t>
    </dgm:pt>
    <dgm:pt modelId="{476EA31D-B228-401E-87DC-6C8DD2B3EBE0}">
      <dgm:prSet custT="1"/>
      <dgm:spPr/>
      <dgm:t>
        <a:bodyPr anchor="ctr"/>
        <a:lstStyle/>
        <a:p>
          <a:pPr algn="l"/>
          <a:r>
            <a:rPr lang="es-ES" sz="1800" dirty="0" err="1">
              <a:latin typeface="Calibri" panose="020F0502020204030204" pitchFamily="34" charset="0"/>
              <a:cs typeface="Calibri" panose="020F0502020204030204" pitchFamily="34" charset="0"/>
            </a:rPr>
            <a:t>Feed</a:t>
          </a:r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 de publicaciones realizadas en plataforma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60B0945-C38E-4182-89E0-22EA18069BD0}" type="parTrans" cxnId="{DE3A8762-6F3C-4201-A226-6A113D25FCFA}">
      <dgm:prSet/>
      <dgm:spPr/>
      <dgm:t>
        <a:bodyPr/>
        <a:lstStyle/>
        <a:p>
          <a:endParaRPr lang="en-US"/>
        </a:p>
      </dgm:t>
    </dgm:pt>
    <dgm:pt modelId="{A09C4CB2-9D2A-4BC5-887A-AA5E23A48CF9}" type="sibTrans" cxnId="{DE3A8762-6F3C-4201-A226-6A113D25FCFA}">
      <dgm:prSet/>
      <dgm:spPr/>
      <dgm:t>
        <a:bodyPr/>
        <a:lstStyle/>
        <a:p>
          <a:endParaRPr lang="en-US"/>
        </a:p>
      </dgm:t>
    </dgm:pt>
    <dgm:pt modelId="{A2141629-8AAD-4CCB-8B11-DAA69A92FCF1}">
      <dgm:prSet phldrT="[Text]" phldr="0" custT="1"/>
      <dgm:spPr/>
      <dgm:t>
        <a:bodyPr anchor="ctr"/>
        <a:lstStyle/>
        <a:p>
          <a:pPr algn="l"/>
          <a:r>
            <a:rPr lang="es-MX" sz="1800" dirty="0" err="1">
              <a:latin typeface="Calibri" panose="020F0502020204030204" pitchFamily="34" charset="0"/>
              <a:cs typeface="Calibri" panose="020F0502020204030204" pitchFamily="34" charset="0"/>
            </a:rPr>
            <a:t>Scheduler</a:t>
          </a:r>
          <a:r>
            <a:rPr lang="es-MX" sz="1800" dirty="0">
              <a:latin typeface="Calibri" panose="020F0502020204030204" pitchFamily="34" charset="0"/>
              <a:cs typeface="Calibri" panose="020F0502020204030204" pitchFamily="34" charset="0"/>
            </a:rPr>
            <a:t>/Jobs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2AF8D6D-6AC2-4C72-BB33-EFD10933258C}" type="parTrans" cxnId="{2AFF33EF-F8B9-432B-8F58-7215E9AA71E3}">
      <dgm:prSet/>
      <dgm:spPr/>
      <dgm:t>
        <a:bodyPr/>
        <a:lstStyle/>
        <a:p>
          <a:endParaRPr lang="en-US"/>
        </a:p>
      </dgm:t>
    </dgm:pt>
    <dgm:pt modelId="{0A504B24-F208-4CC0-8D91-202EF1B1899D}" type="sibTrans" cxnId="{2AFF33EF-F8B9-432B-8F58-7215E9AA71E3}">
      <dgm:prSet/>
      <dgm:spPr/>
      <dgm:t>
        <a:bodyPr/>
        <a:lstStyle/>
        <a:p>
          <a:endParaRPr lang="en-US"/>
        </a:p>
      </dgm:t>
    </dgm:pt>
    <dgm:pt modelId="{126D7E41-E45D-4F70-A10A-F973A45E50AB}" type="pres">
      <dgm:prSet presAssocID="{418FA726-DDAB-44BF-A139-7BB0341892BF}" presName="Name0" presStyleCnt="0">
        <dgm:presLayoutVars>
          <dgm:dir/>
          <dgm:resizeHandles/>
        </dgm:presLayoutVars>
      </dgm:prSet>
      <dgm:spPr/>
    </dgm:pt>
    <dgm:pt modelId="{F35BE08E-5AF7-4E92-94DF-06D573194289}" type="pres">
      <dgm:prSet presAssocID="{AC7F5D4A-8A33-49CF-AD5A-4E79BC1B81A9}" presName="compNode" presStyleCnt="0"/>
      <dgm:spPr/>
    </dgm:pt>
    <dgm:pt modelId="{78A2E4A6-8E93-47DA-B018-F4E1BDE096E0}" type="pres">
      <dgm:prSet presAssocID="{AC7F5D4A-8A33-49CF-AD5A-4E79BC1B81A9}" presName="dummyConnPt" presStyleCnt="0"/>
      <dgm:spPr/>
    </dgm:pt>
    <dgm:pt modelId="{675060B0-4110-4F12-8016-7027A85D3C0C}" type="pres">
      <dgm:prSet presAssocID="{AC7F5D4A-8A33-49CF-AD5A-4E79BC1B81A9}" presName="node" presStyleLbl="node1" presStyleIdx="0" presStyleCnt="8" custScaleX="169483" custScaleY="108587" custLinFactNeighborY="-59817">
        <dgm:presLayoutVars>
          <dgm:bulletEnabled val="1"/>
        </dgm:presLayoutVars>
      </dgm:prSet>
      <dgm:spPr/>
    </dgm:pt>
    <dgm:pt modelId="{806D90AB-6349-46C3-A8F6-52FF7FB27B72}" type="pres">
      <dgm:prSet presAssocID="{A65A5A3F-32F2-496F-9F11-FF66F1CEAF0C}" presName="sibTrans" presStyleLbl="bgSibTrans2D1" presStyleIdx="0" presStyleCnt="7" custLinFactNeighborX="28977" custLinFactNeighborY="-14289"/>
      <dgm:spPr/>
    </dgm:pt>
    <dgm:pt modelId="{B98B9145-4E0A-459F-AECC-556BB9107A66}" type="pres">
      <dgm:prSet presAssocID="{E4EDAD15-B318-40E5-84C9-BF5A581A7ACE}" presName="compNode" presStyleCnt="0"/>
      <dgm:spPr/>
    </dgm:pt>
    <dgm:pt modelId="{3A4ABF5E-3E6D-4DC7-9F59-D523D14992FE}" type="pres">
      <dgm:prSet presAssocID="{E4EDAD15-B318-40E5-84C9-BF5A581A7ACE}" presName="dummyConnPt" presStyleCnt="0"/>
      <dgm:spPr/>
    </dgm:pt>
    <dgm:pt modelId="{C9F06F08-CBB7-4DBE-A828-C29A3763B918}" type="pres">
      <dgm:prSet presAssocID="{E4EDAD15-B318-40E5-84C9-BF5A581A7ACE}" presName="node" presStyleLbl="node1" presStyleIdx="1" presStyleCnt="8" custScaleX="169483" custScaleY="99571" custLinFactNeighborY="-24245">
        <dgm:presLayoutVars>
          <dgm:bulletEnabled val="1"/>
        </dgm:presLayoutVars>
      </dgm:prSet>
      <dgm:spPr/>
    </dgm:pt>
    <dgm:pt modelId="{DB299908-3FBE-40DE-9162-2252DE3FD1DB}" type="pres">
      <dgm:prSet presAssocID="{B1CCE645-B990-43F0-AB08-FB4E79E1F5A2}" presName="sibTrans" presStyleLbl="bgSibTrans2D1" presStyleIdx="1" presStyleCnt="7" custLinFactNeighborX="25519" custLinFactNeighborY="-644"/>
      <dgm:spPr/>
    </dgm:pt>
    <dgm:pt modelId="{7C175F64-896D-4552-BCDB-10A957504CEA}" type="pres">
      <dgm:prSet presAssocID="{CEE44FE3-1D69-4F0B-B5BE-D74474915A0D}" presName="compNode" presStyleCnt="0"/>
      <dgm:spPr/>
    </dgm:pt>
    <dgm:pt modelId="{DA8A59E2-CB1C-4FFB-A870-10505EAB2BA3}" type="pres">
      <dgm:prSet presAssocID="{CEE44FE3-1D69-4F0B-B5BE-D74474915A0D}" presName="dummyConnPt" presStyleCnt="0"/>
      <dgm:spPr/>
    </dgm:pt>
    <dgm:pt modelId="{E8A53854-D4AC-4659-A8E2-0CDA07B3375F}" type="pres">
      <dgm:prSet presAssocID="{CEE44FE3-1D69-4F0B-B5BE-D74474915A0D}" presName="node" presStyleLbl="node1" presStyleIdx="2" presStyleCnt="8" custScaleX="169483" custScaleY="163332">
        <dgm:presLayoutVars>
          <dgm:bulletEnabled val="1"/>
        </dgm:presLayoutVars>
      </dgm:prSet>
      <dgm:spPr/>
    </dgm:pt>
    <dgm:pt modelId="{F7C630B1-3F1B-41B5-AD3A-E5AD1D4BD036}" type="pres">
      <dgm:prSet presAssocID="{85C607C5-0566-4957-AF71-BAAA1E302A31}" presName="sibTrans" presStyleLbl="bgSibTrans2D1" presStyleIdx="2" presStyleCnt="7" custAng="21440990" custLinFactY="76185" custLinFactNeighborX="-922" custLinFactNeighborY="100000"/>
      <dgm:spPr/>
    </dgm:pt>
    <dgm:pt modelId="{1D8FE30A-53FC-4F12-A895-012BBAA80EB8}" type="pres">
      <dgm:prSet presAssocID="{F437D2B1-FF25-4352-AE51-6A2997C3F265}" presName="compNode" presStyleCnt="0"/>
      <dgm:spPr/>
    </dgm:pt>
    <dgm:pt modelId="{4DA5F08E-6A23-45E3-B467-DE805B46EDAF}" type="pres">
      <dgm:prSet presAssocID="{F437D2B1-FF25-4352-AE51-6A2997C3F265}" presName="dummyConnPt" presStyleCnt="0"/>
      <dgm:spPr/>
    </dgm:pt>
    <dgm:pt modelId="{6F958717-EAA5-4A21-B1D9-CA9CB7218311}" type="pres">
      <dgm:prSet presAssocID="{F437D2B1-FF25-4352-AE51-6A2997C3F265}" presName="node" presStyleLbl="node1" presStyleIdx="3" presStyleCnt="8" custScaleX="169483" custScaleY="132170">
        <dgm:presLayoutVars>
          <dgm:bulletEnabled val="1"/>
        </dgm:presLayoutVars>
      </dgm:prSet>
      <dgm:spPr/>
    </dgm:pt>
    <dgm:pt modelId="{285E9E8D-E9B9-40B5-8A70-4D87EE0C8C2E}" type="pres">
      <dgm:prSet presAssocID="{DB257F7C-F273-4507-A926-40F8D571AB1D}" presName="sibTrans" presStyleLbl="bgSibTrans2D1" presStyleIdx="3" presStyleCnt="7" custLinFactNeighborX="29356" custLinFactNeighborY="-644"/>
      <dgm:spPr/>
    </dgm:pt>
    <dgm:pt modelId="{BCA69BFB-B7FC-417D-962C-AB77250A44E6}" type="pres">
      <dgm:prSet presAssocID="{B505A5F4-9F98-456F-9259-0980A46C2EA6}" presName="compNode" presStyleCnt="0"/>
      <dgm:spPr/>
    </dgm:pt>
    <dgm:pt modelId="{C01CECB0-6710-4241-8F6E-F3CF50EB17C3}" type="pres">
      <dgm:prSet presAssocID="{B505A5F4-9F98-456F-9259-0980A46C2EA6}" presName="dummyConnPt" presStyleCnt="0"/>
      <dgm:spPr/>
    </dgm:pt>
    <dgm:pt modelId="{A68918E3-2486-455A-BE28-010ED46B694D}" type="pres">
      <dgm:prSet presAssocID="{B505A5F4-9F98-456F-9259-0980A46C2EA6}" presName="node" presStyleLbl="node1" presStyleIdx="4" presStyleCnt="8" custScaleX="169483" custScaleY="132170">
        <dgm:presLayoutVars>
          <dgm:bulletEnabled val="1"/>
        </dgm:presLayoutVars>
      </dgm:prSet>
      <dgm:spPr/>
    </dgm:pt>
    <dgm:pt modelId="{FA9E8111-1FC2-4780-B893-2B57BA8CCF3A}" type="pres">
      <dgm:prSet presAssocID="{60310EF7-34A4-4649-A686-D4D110964A65}" presName="sibTrans" presStyleLbl="bgSibTrans2D1" presStyleIdx="4" presStyleCnt="7" custAng="76396" custLinFactNeighborX="24976" custLinFactNeighborY="-8628"/>
      <dgm:spPr/>
    </dgm:pt>
    <dgm:pt modelId="{A72E4E6A-CF49-4280-838B-846CD30D86AD}" type="pres">
      <dgm:prSet presAssocID="{D66D162C-97B1-4E58-97E1-07EA3D2EB716}" presName="compNode" presStyleCnt="0"/>
      <dgm:spPr/>
    </dgm:pt>
    <dgm:pt modelId="{FBA38439-FF0E-464E-9C86-693C27199A94}" type="pres">
      <dgm:prSet presAssocID="{D66D162C-97B1-4E58-97E1-07EA3D2EB716}" presName="dummyConnPt" presStyleCnt="0"/>
      <dgm:spPr/>
    </dgm:pt>
    <dgm:pt modelId="{0C66026E-7C17-45D7-9960-8DB0F9CE90E3}" type="pres">
      <dgm:prSet presAssocID="{D66D162C-97B1-4E58-97E1-07EA3D2EB716}" presName="node" presStyleLbl="node1" presStyleIdx="5" presStyleCnt="8" custScaleX="169483" custScaleY="158534" custLinFactNeighborX="-2373" custLinFactNeighborY="-8359">
        <dgm:presLayoutVars>
          <dgm:bulletEnabled val="1"/>
        </dgm:presLayoutVars>
      </dgm:prSet>
      <dgm:spPr/>
    </dgm:pt>
    <dgm:pt modelId="{8294B694-72AA-42FE-83C9-053E6147255D}" type="pres">
      <dgm:prSet presAssocID="{319B4352-7EA5-45CC-AE46-959540678B10}" presName="sibTrans" presStyleLbl="bgSibTrans2D1" presStyleIdx="5" presStyleCnt="7" custAng="182222"/>
      <dgm:spPr/>
    </dgm:pt>
    <dgm:pt modelId="{E12F735A-CE23-4A89-80FB-CAFD42467AE7}" type="pres">
      <dgm:prSet presAssocID="{70088F0C-16C2-4BA9-B531-41D6E8A16807}" presName="compNode" presStyleCnt="0"/>
      <dgm:spPr/>
    </dgm:pt>
    <dgm:pt modelId="{47B63270-5689-4603-9056-36D5EADDFAAA}" type="pres">
      <dgm:prSet presAssocID="{70088F0C-16C2-4BA9-B531-41D6E8A16807}" presName="dummyConnPt" presStyleCnt="0"/>
      <dgm:spPr/>
    </dgm:pt>
    <dgm:pt modelId="{C64D4F03-02A1-43ED-BA7F-0A52392BFF09}" type="pres">
      <dgm:prSet presAssocID="{70088F0C-16C2-4BA9-B531-41D6E8A16807}" presName="node" presStyleLbl="node1" presStyleIdx="6" presStyleCnt="8" custScaleX="169483" custScaleY="108587" custLinFactNeighborX="-4937" custLinFactNeighborY="-1016">
        <dgm:presLayoutVars>
          <dgm:bulletEnabled val="1"/>
        </dgm:presLayoutVars>
      </dgm:prSet>
      <dgm:spPr/>
    </dgm:pt>
    <dgm:pt modelId="{92B336A1-21C0-4EDA-A968-0E6B0AF67570}" type="pres">
      <dgm:prSet presAssocID="{62DEF41B-09AF-4826-890F-756646751BF8}" presName="sibTrans" presStyleLbl="bgSibTrans2D1" presStyleIdx="6" presStyleCnt="7" custAng="84576" custLinFactNeighborX="28885" custLinFactNeighborY="-7599"/>
      <dgm:spPr/>
    </dgm:pt>
    <dgm:pt modelId="{77A16AF8-69F9-4F58-851B-2E2ADEBE139C}" type="pres">
      <dgm:prSet presAssocID="{5AB85137-850E-4D6B-9767-22DB8B7B3E2C}" presName="compNode" presStyleCnt="0"/>
      <dgm:spPr/>
    </dgm:pt>
    <dgm:pt modelId="{386DA4BE-0FB3-435F-9F24-E03D04AB6F28}" type="pres">
      <dgm:prSet presAssocID="{5AB85137-850E-4D6B-9767-22DB8B7B3E2C}" presName="dummyConnPt" presStyleCnt="0"/>
      <dgm:spPr/>
    </dgm:pt>
    <dgm:pt modelId="{9695DA87-E73C-4364-A315-24E493E465E5}" type="pres">
      <dgm:prSet presAssocID="{5AB85137-850E-4D6B-9767-22DB8B7B3E2C}" presName="node" presStyleLbl="node1" presStyleIdx="7" presStyleCnt="8" custScaleX="169483" custScaleY="82068" custLinFactNeighborX="13" custLinFactNeighborY="48576">
        <dgm:presLayoutVars>
          <dgm:bulletEnabled val="1"/>
        </dgm:presLayoutVars>
      </dgm:prSet>
      <dgm:spPr/>
    </dgm:pt>
  </dgm:ptLst>
  <dgm:cxnLst>
    <dgm:cxn modelId="{58D48F03-FB1E-46DF-8C47-85014077D4AD}" srcId="{418FA726-DDAB-44BF-A139-7BB0341892BF}" destId="{E4EDAD15-B318-40E5-84C9-BF5A581A7ACE}" srcOrd="1" destOrd="0" parTransId="{435A553C-CBA8-4274-85AB-D56D7F38225E}" sibTransId="{B1CCE645-B990-43F0-AB08-FB4E79E1F5A2}"/>
    <dgm:cxn modelId="{E5D6BC04-4229-45E2-915C-4D34D7D1B6F6}" type="presOf" srcId="{A6117141-5116-4291-9647-108077030FD8}" destId="{675060B0-4110-4F12-8016-7027A85D3C0C}" srcOrd="0" destOrd="1" presId="urn:microsoft.com/office/officeart/2005/8/layout/bProcess4"/>
    <dgm:cxn modelId="{D1D46805-B520-4B5B-A6D8-6FF8E39CB3FA}" srcId="{70088F0C-16C2-4BA9-B531-41D6E8A16807}" destId="{D5C9F2A0-E689-4039-87FB-BD4904D17B73}" srcOrd="0" destOrd="0" parTransId="{B0FE157B-A2BC-4313-B8F5-305A5F27E932}" sibTransId="{629B2AC7-342B-4146-B9CD-7A37FC7EDAE9}"/>
    <dgm:cxn modelId="{00009F09-11C4-4976-98D4-A78F11591A79}" srcId="{418FA726-DDAB-44BF-A139-7BB0341892BF}" destId="{B505A5F4-9F98-456F-9259-0980A46C2EA6}" srcOrd="4" destOrd="0" parTransId="{92F438E5-F1EA-4464-949E-EF7577B4285F}" sibTransId="{60310EF7-34A4-4649-A686-D4D110964A65}"/>
    <dgm:cxn modelId="{E0BCA70A-4D2A-402D-AE11-DEB9926F6FFB}" type="presOf" srcId="{418FA726-DDAB-44BF-A139-7BB0341892BF}" destId="{126D7E41-E45D-4F70-A10A-F973A45E50AB}" srcOrd="0" destOrd="0" presId="urn:microsoft.com/office/officeart/2005/8/layout/bProcess4"/>
    <dgm:cxn modelId="{7B8F2510-8075-4FE9-8417-5A8BB5F06E81}" srcId="{418FA726-DDAB-44BF-A139-7BB0341892BF}" destId="{F437D2B1-FF25-4352-AE51-6A2997C3F265}" srcOrd="3" destOrd="0" parTransId="{C777A87F-2806-425B-B158-63499B256F9C}" sibTransId="{DB257F7C-F273-4507-A926-40F8D571AB1D}"/>
    <dgm:cxn modelId="{3D5B9D10-6525-45E3-9BE7-4C7B76400A0D}" srcId="{D66D162C-97B1-4E58-97E1-07EA3D2EB716}" destId="{6697499E-8C15-47BC-821E-05F521A64040}" srcOrd="0" destOrd="0" parTransId="{69F7A060-D11A-41D6-9FB8-73AC1068CE0B}" sibTransId="{B4A232CE-8943-4A74-A7BF-6BD203417123}"/>
    <dgm:cxn modelId="{7D586A14-7B82-40D8-8B83-22BB427420E8}" type="presOf" srcId="{62DEF41B-09AF-4826-890F-756646751BF8}" destId="{92B336A1-21C0-4EDA-A968-0E6B0AF67570}" srcOrd="0" destOrd="0" presId="urn:microsoft.com/office/officeart/2005/8/layout/bProcess4"/>
    <dgm:cxn modelId="{C9314023-26E1-4FA5-80A7-A45BBA523639}" srcId="{E4EDAD15-B318-40E5-84C9-BF5A581A7ACE}" destId="{F356B5B5-F50A-49FE-8929-5EA122B8DEF7}" srcOrd="0" destOrd="0" parTransId="{6E263BEB-D05D-408A-9D42-AA2FFF337594}" sibTransId="{2879B957-098A-4245-9831-A437A1D28C8D}"/>
    <dgm:cxn modelId="{646D3636-1AFF-45E8-8E46-61974BE70109}" type="presOf" srcId="{B505A5F4-9F98-456F-9259-0980A46C2EA6}" destId="{A68918E3-2486-455A-BE28-010ED46B694D}" srcOrd="0" destOrd="0" presId="urn:microsoft.com/office/officeart/2005/8/layout/bProcess4"/>
    <dgm:cxn modelId="{21436338-1280-4243-ADF7-5ACF43BF396C}" type="presOf" srcId="{76C0338F-49F5-4C08-BCCF-01A03708605C}" destId="{A68918E3-2486-455A-BE28-010ED46B694D}" srcOrd="0" destOrd="3" presId="urn:microsoft.com/office/officeart/2005/8/layout/bProcess4"/>
    <dgm:cxn modelId="{48876E3A-CC75-40E0-89AF-9C472455C31D}" type="presOf" srcId="{A65A5A3F-32F2-496F-9F11-FF66F1CEAF0C}" destId="{806D90AB-6349-46C3-A8F6-52FF7FB27B72}" srcOrd="0" destOrd="0" presId="urn:microsoft.com/office/officeart/2005/8/layout/bProcess4"/>
    <dgm:cxn modelId="{50A54D3D-E7D2-413C-B156-37ACA4ED52F4}" type="presOf" srcId="{CEE44FE3-1D69-4F0B-B5BE-D74474915A0D}" destId="{E8A53854-D4AC-4659-A8E2-0CDA07B3375F}" srcOrd="0" destOrd="0" presId="urn:microsoft.com/office/officeart/2005/8/layout/bProcess4"/>
    <dgm:cxn modelId="{9FB7645F-44EA-4A2A-B518-1DCA1C22B1BF}" type="presOf" srcId="{5AB85137-850E-4D6B-9767-22DB8B7B3E2C}" destId="{9695DA87-E73C-4364-A315-24E493E465E5}" srcOrd="0" destOrd="0" presId="urn:microsoft.com/office/officeart/2005/8/layout/bProcess4"/>
    <dgm:cxn modelId="{61AFFB5F-6ED0-482D-9378-9A6724507512}" type="presOf" srcId="{2E9E3A7A-0A33-4C33-A2B8-071D6FF1D1DF}" destId="{6F958717-EAA5-4A21-B1D9-CA9CB7218311}" srcOrd="0" destOrd="2" presId="urn:microsoft.com/office/officeart/2005/8/layout/bProcess4"/>
    <dgm:cxn modelId="{DE3A8762-6F3C-4201-A226-6A113D25FCFA}" srcId="{D66D162C-97B1-4E58-97E1-07EA3D2EB716}" destId="{476EA31D-B228-401E-87DC-6C8DD2B3EBE0}" srcOrd="1" destOrd="0" parTransId="{860B0945-C38E-4182-89E0-22EA18069BD0}" sibTransId="{A09C4CB2-9D2A-4BC5-887A-AA5E23A48CF9}"/>
    <dgm:cxn modelId="{667DD56A-9E48-4ACC-BD1C-CD0502CCFE87}" type="presOf" srcId="{E8E368D2-127D-45AA-8806-C7E4B96876C6}" destId="{E8A53854-D4AC-4659-A8E2-0CDA07B3375F}" srcOrd="0" destOrd="1" presId="urn:microsoft.com/office/officeart/2005/8/layout/bProcess4"/>
    <dgm:cxn modelId="{AF9BDD4C-3079-4209-AAF4-929B44EECF17}" type="presOf" srcId="{B1CCE645-B990-43F0-AB08-FB4E79E1F5A2}" destId="{DB299908-3FBE-40DE-9162-2252DE3FD1DB}" srcOrd="0" destOrd="0" presId="urn:microsoft.com/office/officeart/2005/8/layout/bProcess4"/>
    <dgm:cxn modelId="{52B6C650-1915-40D1-9E9C-8E961219893A}" srcId="{418FA726-DDAB-44BF-A139-7BB0341892BF}" destId="{CEE44FE3-1D69-4F0B-B5BE-D74474915A0D}" srcOrd="2" destOrd="0" parTransId="{2F437F5C-9918-4EBE-B04B-82AB5A73884B}" sibTransId="{85C607C5-0566-4957-AF71-BAAA1E302A31}"/>
    <dgm:cxn modelId="{55A1E952-4854-41E0-88B0-FEEA09AD49CB}" type="presOf" srcId="{A2141629-8AAD-4CCB-8B11-DAA69A92FCF1}" destId="{A68918E3-2486-455A-BE28-010ED46B694D}" srcOrd="0" destOrd="2" presId="urn:microsoft.com/office/officeart/2005/8/layout/bProcess4"/>
    <dgm:cxn modelId="{E25AFC56-C160-4B7E-8A5D-D72587ECB130}" srcId="{418FA726-DDAB-44BF-A139-7BB0341892BF}" destId="{D66D162C-97B1-4E58-97E1-07EA3D2EB716}" srcOrd="5" destOrd="0" parTransId="{84B0CC8A-A0EB-4D99-9F15-E483FE12AAFE}" sibTransId="{319B4352-7EA5-45CC-AE46-959540678B10}"/>
    <dgm:cxn modelId="{D09A5C58-5613-4123-8050-36E5D8FC4AF9}" type="presOf" srcId="{F437D2B1-FF25-4352-AE51-6A2997C3F265}" destId="{6F958717-EAA5-4A21-B1D9-CA9CB7218311}" srcOrd="0" destOrd="0" presId="urn:microsoft.com/office/officeart/2005/8/layout/bProcess4"/>
    <dgm:cxn modelId="{C633437C-E19D-4581-9CB2-4850D64C5200}" srcId="{5AB85137-850E-4D6B-9767-22DB8B7B3E2C}" destId="{2C6C702A-7C4F-44CD-9A97-937B49C2ABBA}" srcOrd="0" destOrd="0" parTransId="{4A5F9F9B-2C0F-4E09-8D0A-33E3228EC47F}" sibTransId="{CDD30FAF-9CDB-4FEA-85E7-7D0D140FDA50}"/>
    <dgm:cxn modelId="{C805BE7E-4D6D-4828-9B0B-D51548F616AD}" type="presOf" srcId="{AC7F5D4A-8A33-49CF-AD5A-4E79BC1B81A9}" destId="{675060B0-4110-4F12-8016-7027A85D3C0C}" srcOrd="0" destOrd="0" presId="urn:microsoft.com/office/officeart/2005/8/layout/bProcess4"/>
    <dgm:cxn modelId="{8B173482-882F-4F9E-9CC6-4A5CCA170A65}" srcId="{CEE44FE3-1D69-4F0B-B5BE-D74474915A0D}" destId="{FD5B0291-71B8-41E0-B687-14E681D3678D}" srcOrd="1" destOrd="0" parTransId="{B940281B-DE7B-4B15-A4E5-C08ED238E1FF}" sibTransId="{BC5BC06F-3BA1-41DF-A1E7-FA5B2154EAC7}"/>
    <dgm:cxn modelId="{73524384-A84D-4C46-9E4D-B152F5F490B9}" srcId="{B505A5F4-9F98-456F-9259-0980A46C2EA6}" destId="{76C0338F-49F5-4C08-BCCF-01A03708605C}" srcOrd="2" destOrd="0" parTransId="{701E73EB-E968-446C-91AA-951D2A8C7B14}" sibTransId="{4279B08B-E6AB-44F1-B1DE-DEEFA6A605E7}"/>
    <dgm:cxn modelId="{108FAE87-6DE4-4918-BAD4-4210445E756A}" type="presOf" srcId="{2C6C702A-7C4F-44CD-9A97-937B49C2ABBA}" destId="{9695DA87-E73C-4364-A315-24E493E465E5}" srcOrd="0" destOrd="1" presId="urn:microsoft.com/office/officeart/2005/8/layout/bProcess4"/>
    <dgm:cxn modelId="{B4173A90-AE6A-4AFA-A9B7-E71E090E3AF4}" type="presOf" srcId="{6697499E-8C15-47BC-821E-05F521A64040}" destId="{0C66026E-7C17-45D7-9960-8DB0F9CE90E3}" srcOrd="0" destOrd="1" presId="urn:microsoft.com/office/officeart/2005/8/layout/bProcess4"/>
    <dgm:cxn modelId="{7E5DF694-D57D-41E2-978A-02C40BCC7323}" srcId="{AC7F5D4A-8A33-49CF-AD5A-4E79BC1B81A9}" destId="{A6117141-5116-4291-9647-108077030FD8}" srcOrd="0" destOrd="0" parTransId="{DE679B68-9B4A-472A-809E-E5E3F321DCE2}" sibTransId="{8E5952BC-FDB6-4D02-924C-F5C4A2EBD61B}"/>
    <dgm:cxn modelId="{FE4843A4-5368-4D72-A7F1-ED90383FCBB7}" srcId="{418FA726-DDAB-44BF-A139-7BB0341892BF}" destId="{70088F0C-16C2-4BA9-B531-41D6E8A16807}" srcOrd="6" destOrd="0" parTransId="{FEC3BAE1-87AD-446B-948E-AAF6FC7C79FF}" sibTransId="{62DEF41B-09AF-4826-890F-756646751BF8}"/>
    <dgm:cxn modelId="{5C3B20A5-029E-4680-9ABE-D4FC942FBD17}" srcId="{F437D2B1-FF25-4352-AE51-6A2997C3F265}" destId="{2E9E3A7A-0A33-4C33-A2B8-071D6FF1D1DF}" srcOrd="1" destOrd="0" parTransId="{5A49430B-369C-443E-B192-E01BDBEBD03C}" sibTransId="{A6EE2BBF-C317-411F-9776-A8778BBC3879}"/>
    <dgm:cxn modelId="{65BD8DA7-5B1B-4716-ADF7-E2A3DFE578FD}" srcId="{CEE44FE3-1D69-4F0B-B5BE-D74474915A0D}" destId="{E8E368D2-127D-45AA-8806-C7E4B96876C6}" srcOrd="0" destOrd="0" parTransId="{9A31F910-2850-43CA-9C87-144BCCC5931F}" sibTransId="{B912CC34-0F45-4C09-9946-6713E9580A8F}"/>
    <dgm:cxn modelId="{B0E419AB-5CB5-44CA-B9A6-582D578443DE}" type="presOf" srcId="{85C607C5-0566-4957-AF71-BAAA1E302A31}" destId="{F7C630B1-3F1B-41B5-AD3A-E5AD1D4BD036}" srcOrd="0" destOrd="0" presId="urn:microsoft.com/office/officeart/2005/8/layout/bProcess4"/>
    <dgm:cxn modelId="{72EC1AB6-3E86-430D-A56E-EAB723A91A0F}" type="presOf" srcId="{D5C9F2A0-E689-4039-87FB-BD4904D17B73}" destId="{C64D4F03-02A1-43ED-BA7F-0A52392BFF09}" srcOrd="0" destOrd="1" presId="urn:microsoft.com/office/officeart/2005/8/layout/bProcess4"/>
    <dgm:cxn modelId="{8D04EEC1-B256-4ACD-9A48-981D1D5D3BA6}" srcId="{F437D2B1-FF25-4352-AE51-6A2997C3F265}" destId="{60981913-C87A-4A83-93ED-EA9597EA2B32}" srcOrd="0" destOrd="0" parTransId="{11769D05-A83C-4C79-A228-AEB31733F3E0}" sibTransId="{99C1A24C-FEAA-489D-8265-323756B80CCE}"/>
    <dgm:cxn modelId="{B94B9ACF-ED51-4E55-95D0-84860C5C30C4}" type="presOf" srcId="{8B01DC1D-AD92-472C-8501-5FC16BFB01EA}" destId="{A68918E3-2486-455A-BE28-010ED46B694D}" srcOrd="0" destOrd="1" presId="urn:microsoft.com/office/officeart/2005/8/layout/bProcess4"/>
    <dgm:cxn modelId="{12986ED4-A92F-4408-9328-E65E9FBA097D}" srcId="{418FA726-DDAB-44BF-A139-7BB0341892BF}" destId="{AC7F5D4A-8A33-49CF-AD5A-4E79BC1B81A9}" srcOrd="0" destOrd="0" parTransId="{2A9A11C9-C8CF-4C25-8B7C-FF2B0DA0E109}" sibTransId="{A65A5A3F-32F2-496F-9F11-FF66F1CEAF0C}"/>
    <dgm:cxn modelId="{E972F8E0-1701-44E8-9A1E-729CB4102307}" srcId="{B505A5F4-9F98-456F-9259-0980A46C2EA6}" destId="{8B01DC1D-AD92-472C-8501-5FC16BFB01EA}" srcOrd="0" destOrd="0" parTransId="{62310525-F28E-4D61-8334-E355DB4E7361}" sibTransId="{79B77B9E-1296-47CB-9BB7-96ADB3916D64}"/>
    <dgm:cxn modelId="{91BA08E9-7503-48DC-AE1F-3E9031ECBB51}" type="presOf" srcId="{F356B5B5-F50A-49FE-8929-5EA122B8DEF7}" destId="{C9F06F08-CBB7-4DBE-A828-C29A3763B918}" srcOrd="0" destOrd="1" presId="urn:microsoft.com/office/officeart/2005/8/layout/bProcess4"/>
    <dgm:cxn modelId="{9EF134EE-030B-4961-B8A8-BBF4288372DB}" type="presOf" srcId="{FD5B0291-71B8-41E0-B687-14E681D3678D}" destId="{E8A53854-D4AC-4659-A8E2-0CDA07B3375F}" srcOrd="0" destOrd="2" presId="urn:microsoft.com/office/officeart/2005/8/layout/bProcess4"/>
    <dgm:cxn modelId="{2AFF33EF-F8B9-432B-8F58-7215E9AA71E3}" srcId="{B505A5F4-9F98-456F-9259-0980A46C2EA6}" destId="{A2141629-8AAD-4CCB-8B11-DAA69A92FCF1}" srcOrd="1" destOrd="0" parTransId="{72AF8D6D-6AC2-4C72-BB33-EFD10933258C}" sibTransId="{0A504B24-F208-4CC0-8D91-202EF1B1899D}"/>
    <dgm:cxn modelId="{100F6AF3-CBCF-4E84-83FB-EB080EE8A6E5}" srcId="{418FA726-DDAB-44BF-A139-7BB0341892BF}" destId="{5AB85137-850E-4D6B-9767-22DB8B7B3E2C}" srcOrd="7" destOrd="0" parTransId="{F707ACD1-D17E-4269-A585-E985915D8A19}" sibTransId="{1F328EC9-C3A6-4F35-9CBF-D1E564DEC83C}"/>
    <dgm:cxn modelId="{773869F4-4799-478B-8DB7-4CCC237B066F}" type="presOf" srcId="{60310EF7-34A4-4649-A686-D4D110964A65}" destId="{FA9E8111-1FC2-4780-B893-2B57BA8CCF3A}" srcOrd="0" destOrd="0" presId="urn:microsoft.com/office/officeart/2005/8/layout/bProcess4"/>
    <dgm:cxn modelId="{9B2845F5-5AD5-44E1-9D1E-57592D31FFD0}" type="presOf" srcId="{DB257F7C-F273-4507-A926-40F8D571AB1D}" destId="{285E9E8D-E9B9-40B5-8A70-4D87EE0C8C2E}" srcOrd="0" destOrd="0" presId="urn:microsoft.com/office/officeart/2005/8/layout/bProcess4"/>
    <dgm:cxn modelId="{B8A5DCF6-1DA4-481D-AA04-C0E8E3734D3A}" type="presOf" srcId="{70088F0C-16C2-4BA9-B531-41D6E8A16807}" destId="{C64D4F03-02A1-43ED-BA7F-0A52392BFF09}" srcOrd="0" destOrd="0" presId="urn:microsoft.com/office/officeart/2005/8/layout/bProcess4"/>
    <dgm:cxn modelId="{DAD914F8-289B-4D43-B8D3-FF07D909B6E5}" type="presOf" srcId="{D66D162C-97B1-4E58-97E1-07EA3D2EB716}" destId="{0C66026E-7C17-45D7-9960-8DB0F9CE90E3}" srcOrd="0" destOrd="0" presId="urn:microsoft.com/office/officeart/2005/8/layout/bProcess4"/>
    <dgm:cxn modelId="{B5F4F9F8-F813-47F1-9C35-CBD015387870}" type="presOf" srcId="{60981913-C87A-4A83-93ED-EA9597EA2B32}" destId="{6F958717-EAA5-4A21-B1D9-CA9CB7218311}" srcOrd="0" destOrd="1" presId="urn:microsoft.com/office/officeart/2005/8/layout/bProcess4"/>
    <dgm:cxn modelId="{4F5753F9-79F7-4A16-8638-5B0AD461AF42}" type="presOf" srcId="{476EA31D-B228-401E-87DC-6C8DD2B3EBE0}" destId="{0C66026E-7C17-45D7-9960-8DB0F9CE90E3}" srcOrd="0" destOrd="2" presId="urn:microsoft.com/office/officeart/2005/8/layout/bProcess4"/>
    <dgm:cxn modelId="{BBC580FB-4854-4EFA-8A6F-BB4D2C8CEEE6}" type="presOf" srcId="{319B4352-7EA5-45CC-AE46-959540678B10}" destId="{8294B694-72AA-42FE-83C9-053E6147255D}" srcOrd="0" destOrd="0" presId="urn:microsoft.com/office/officeart/2005/8/layout/bProcess4"/>
    <dgm:cxn modelId="{D293E3FE-CF72-4212-94B0-84573C12F6D1}" type="presOf" srcId="{E4EDAD15-B318-40E5-84C9-BF5A581A7ACE}" destId="{C9F06F08-CBB7-4DBE-A828-C29A3763B918}" srcOrd="0" destOrd="0" presId="urn:microsoft.com/office/officeart/2005/8/layout/bProcess4"/>
    <dgm:cxn modelId="{66CA07F8-BCE1-4B31-A5C2-36128636851A}" type="presParOf" srcId="{126D7E41-E45D-4F70-A10A-F973A45E50AB}" destId="{F35BE08E-5AF7-4E92-94DF-06D573194289}" srcOrd="0" destOrd="0" presId="urn:microsoft.com/office/officeart/2005/8/layout/bProcess4"/>
    <dgm:cxn modelId="{473BD4D7-7DB4-4A9D-B84F-8B66B3E1E068}" type="presParOf" srcId="{F35BE08E-5AF7-4E92-94DF-06D573194289}" destId="{78A2E4A6-8E93-47DA-B018-F4E1BDE096E0}" srcOrd="0" destOrd="0" presId="urn:microsoft.com/office/officeart/2005/8/layout/bProcess4"/>
    <dgm:cxn modelId="{F2D00ECE-DDF8-43E9-A900-E5869FE34C4C}" type="presParOf" srcId="{F35BE08E-5AF7-4E92-94DF-06D573194289}" destId="{675060B0-4110-4F12-8016-7027A85D3C0C}" srcOrd="1" destOrd="0" presId="urn:microsoft.com/office/officeart/2005/8/layout/bProcess4"/>
    <dgm:cxn modelId="{BB4820B7-15FC-4785-A11A-7ED262E5BF5D}" type="presParOf" srcId="{126D7E41-E45D-4F70-A10A-F973A45E50AB}" destId="{806D90AB-6349-46C3-A8F6-52FF7FB27B72}" srcOrd="1" destOrd="0" presId="urn:microsoft.com/office/officeart/2005/8/layout/bProcess4"/>
    <dgm:cxn modelId="{3E90E2C9-273D-4F01-ADE3-341FE2154866}" type="presParOf" srcId="{126D7E41-E45D-4F70-A10A-F973A45E50AB}" destId="{B98B9145-4E0A-459F-AECC-556BB9107A66}" srcOrd="2" destOrd="0" presId="urn:microsoft.com/office/officeart/2005/8/layout/bProcess4"/>
    <dgm:cxn modelId="{643090D4-82B7-499A-AFF5-6ADE1A89E31E}" type="presParOf" srcId="{B98B9145-4E0A-459F-AECC-556BB9107A66}" destId="{3A4ABF5E-3E6D-4DC7-9F59-D523D14992FE}" srcOrd="0" destOrd="0" presId="urn:microsoft.com/office/officeart/2005/8/layout/bProcess4"/>
    <dgm:cxn modelId="{BD6BB98E-CF23-4DC1-8F0C-04C78E733383}" type="presParOf" srcId="{B98B9145-4E0A-459F-AECC-556BB9107A66}" destId="{C9F06F08-CBB7-4DBE-A828-C29A3763B918}" srcOrd="1" destOrd="0" presId="urn:microsoft.com/office/officeart/2005/8/layout/bProcess4"/>
    <dgm:cxn modelId="{434A5C8D-953B-4EE7-9E0E-A5BC86B7AB5D}" type="presParOf" srcId="{126D7E41-E45D-4F70-A10A-F973A45E50AB}" destId="{DB299908-3FBE-40DE-9162-2252DE3FD1DB}" srcOrd="3" destOrd="0" presId="urn:microsoft.com/office/officeart/2005/8/layout/bProcess4"/>
    <dgm:cxn modelId="{BBFE5B14-4B65-4198-81A9-A2558A350A7F}" type="presParOf" srcId="{126D7E41-E45D-4F70-A10A-F973A45E50AB}" destId="{7C175F64-896D-4552-BCDB-10A957504CEA}" srcOrd="4" destOrd="0" presId="urn:microsoft.com/office/officeart/2005/8/layout/bProcess4"/>
    <dgm:cxn modelId="{326D0D19-C7C5-4294-9BF2-6296D9FA7640}" type="presParOf" srcId="{7C175F64-896D-4552-BCDB-10A957504CEA}" destId="{DA8A59E2-CB1C-4FFB-A870-10505EAB2BA3}" srcOrd="0" destOrd="0" presId="urn:microsoft.com/office/officeart/2005/8/layout/bProcess4"/>
    <dgm:cxn modelId="{3501D8A8-BE26-4E9A-A0CB-1E585434C644}" type="presParOf" srcId="{7C175F64-896D-4552-BCDB-10A957504CEA}" destId="{E8A53854-D4AC-4659-A8E2-0CDA07B3375F}" srcOrd="1" destOrd="0" presId="urn:microsoft.com/office/officeart/2005/8/layout/bProcess4"/>
    <dgm:cxn modelId="{5D8FE1F3-4A0D-437D-8D22-A69698DFBDBE}" type="presParOf" srcId="{126D7E41-E45D-4F70-A10A-F973A45E50AB}" destId="{F7C630B1-3F1B-41B5-AD3A-E5AD1D4BD036}" srcOrd="5" destOrd="0" presId="urn:microsoft.com/office/officeart/2005/8/layout/bProcess4"/>
    <dgm:cxn modelId="{8D6CDAAC-9F1C-4A60-9F3A-59C246AB1D5C}" type="presParOf" srcId="{126D7E41-E45D-4F70-A10A-F973A45E50AB}" destId="{1D8FE30A-53FC-4F12-A895-012BBAA80EB8}" srcOrd="6" destOrd="0" presId="urn:microsoft.com/office/officeart/2005/8/layout/bProcess4"/>
    <dgm:cxn modelId="{35FF2E7F-2C10-4889-AB15-F73352CA8453}" type="presParOf" srcId="{1D8FE30A-53FC-4F12-A895-012BBAA80EB8}" destId="{4DA5F08E-6A23-45E3-B467-DE805B46EDAF}" srcOrd="0" destOrd="0" presId="urn:microsoft.com/office/officeart/2005/8/layout/bProcess4"/>
    <dgm:cxn modelId="{520653D8-0B35-4EF5-9CA2-830F1B65E55F}" type="presParOf" srcId="{1D8FE30A-53FC-4F12-A895-012BBAA80EB8}" destId="{6F958717-EAA5-4A21-B1D9-CA9CB7218311}" srcOrd="1" destOrd="0" presId="urn:microsoft.com/office/officeart/2005/8/layout/bProcess4"/>
    <dgm:cxn modelId="{E47C585F-D4EE-4745-9BBB-CD77915EC5A4}" type="presParOf" srcId="{126D7E41-E45D-4F70-A10A-F973A45E50AB}" destId="{285E9E8D-E9B9-40B5-8A70-4D87EE0C8C2E}" srcOrd="7" destOrd="0" presId="urn:microsoft.com/office/officeart/2005/8/layout/bProcess4"/>
    <dgm:cxn modelId="{A846EBB6-4D92-4837-96BF-86C7FD33684A}" type="presParOf" srcId="{126D7E41-E45D-4F70-A10A-F973A45E50AB}" destId="{BCA69BFB-B7FC-417D-962C-AB77250A44E6}" srcOrd="8" destOrd="0" presId="urn:microsoft.com/office/officeart/2005/8/layout/bProcess4"/>
    <dgm:cxn modelId="{96BC7D70-23DD-4C8D-BFE6-F105D9B1AF4B}" type="presParOf" srcId="{BCA69BFB-B7FC-417D-962C-AB77250A44E6}" destId="{C01CECB0-6710-4241-8F6E-F3CF50EB17C3}" srcOrd="0" destOrd="0" presId="urn:microsoft.com/office/officeart/2005/8/layout/bProcess4"/>
    <dgm:cxn modelId="{72784474-A981-4B2B-8D7F-C1CAFCD67BA3}" type="presParOf" srcId="{BCA69BFB-B7FC-417D-962C-AB77250A44E6}" destId="{A68918E3-2486-455A-BE28-010ED46B694D}" srcOrd="1" destOrd="0" presId="urn:microsoft.com/office/officeart/2005/8/layout/bProcess4"/>
    <dgm:cxn modelId="{0E703E3B-727B-49F0-B851-FADB8455E5ED}" type="presParOf" srcId="{126D7E41-E45D-4F70-A10A-F973A45E50AB}" destId="{FA9E8111-1FC2-4780-B893-2B57BA8CCF3A}" srcOrd="9" destOrd="0" presId="urn:microsoft.com/office/officeart/2005/8/layout/bProcess4"/>
    <dgm:cxn modelId="{D90AC4E5-E814-42F1-B183-08F75D10C969}" type="presParOf" srcId="{126D7E41-E45D-4F70-A10A-F973A45E50AB}" destId="{A72E4E6A-CF49-4280-838B-846CD30D86AD}" srcOrd="10" destOrd="0" presId="urn:microsoft.com/office/officeart/2005/8/layout/bProcess4"/>
    <dgm:cxn modelId="{51A6B2B3-8F14-46A0-929B-4C2FB14FAE26}" type="presParOf" srcId="{A72E4E6A-CF49-4280-838B-846CD30D86AD}" destId="{FBA38439-FF0E-464E-9C86-693C27199A94}" srcOrd="0" destOrd="0" presId="urn:microsoft.com/office/officeart/2005/8/layout/bProcess4"/>
    <dgm:cxn modelId="{58AB24C1-1BEA-4C88-BF70-706744D3D333}" type="presParOf" srcId="{A72E4E6A-CF49-4280-838B-846CD30D86AD}" destId="{0C66026E-7C17-45D7-9960-8DB0F9CE90E3}" srcOrd="1" destOrd="0" presId="urn:microsoft.com/office/officeart/2005/8/layout/bProcess4"/>
    <dgm:cxn modelId="{417E2737-AF28-4F4E-B7EB-691942166730}" type="presParOf" srcId="{126D7E41-E45D-4F70-A10A-F973A45E50AB}" destId="{8294B694-72AA-42FE-83C9-053E6147255D}" srcOrd="11" destOrd="0" presId="urn:microsoft.com/office/officeart/2005/8/layout/bProcess4"/>
    <dgm:cxn modelId="{258AFC3D-12EA-4C22-B5C8-F7691B15E74F}" type="presParOf" srcId="{126D7E41-E45D-4F70-A10A-F973A45E50AB}" destId="{E12F735A-CE23-4A89-80FB-CAFD42467AE7}" srcOrd="12" destOrd="0" presId="urn:microsoft.com/office/officeart/2005/8/layout/bProcess4"/>
    <dgm:cxn modelId="{452130BC-02AB-4F70-8DDE-FE4F258355CD}" type="presParOf" srcId="{E12F735A-CE23-4A89-80FB-CAFD42467AE7}" destId="{47B63270-5689-4603-9056-36D5EADDFAAA}" srcOrd="0" destOrd="0" presId="urn:microsoft.com/office/officeart/2005/8/layout/bProcess4"/>
    <dgm:cxn modelId="{8FA1BFF7-51DF-43D3-ACB2-79D639036895}" type="presParOf" srcId="{E12F735A-CE23-4A89-80FB-CAFD42467AE7}" destId="{C64D4F03-02A1-43ED-BA7F-0A52392BFF09}" srcOrd="1" destOrd="0" presId="urn:microsoft.com/office/officeart/2005/8/layout/bProcess4"/>
    <dgm:cxn modelId="{4D4F70BE-4F45-4F3C-B800-90E8D209454E}" type="presParOf" srcId="{126D7E41-E45D-4F70-A10A-F973A45E50AB}" destId="{92B336A1-21C0-4EDA-A968-0E6B0AF67570}" srcOrd="13" destOrd="0" presId="urn:microsoft.com/office/officeart/2005/8/layout/bProcess4"/>
    <dgm:cxn modelId="{895E6882-5152-46C2-83FD-9180DBA4B1F0}" type="presParOf" srcId="{126D7E41-E45D-4F70-A10A-F973A45E50AB}" destId="{77A16AF8-69F9-4F58-851B-2E2ADEBE139C}" srcOrd="14" destOrd="0" presId="urn:microsoft.com/office/officeart/2005/8/layout/bProcess4"/>
    <dgm:cxn modelId="{89C38E2C-0801-4E18-8A2C-45D709FE03AF}" type="presParOf" srcId="{77A16AF8-69F9-4F58-851B-2E2ADEBE139C}" destId="{386DA4BE-0FB3-435F-9F24-E03D04AB6F28}" srcOrd="0" destOrd="0" presId="urn:microsoft.com/office/officeart/2005/8/layout/bProcess4"/>
    <dgm:cxn modelId="{5E886DF8-AEA6-44CD-8D74-DF1045FD91AD}" type="presParOf" srcId="{77A16AF8-69F9-4F58-851B-2E2ADEBE139C}" destId="{9695DA87-E73C-4364-A315-24E493E465E5}" srcOrd="1" destOrd="0" presId="urn:microsoft.com/office/officeart/2005/8/layout/bProcess4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D90AB-6349-46C3-A8F6-52FF7FB27B72}">
      <dsp:nvSpPr>
        <dsp:cNvPr id="0" name=""/>
        <dsp:cNvSpPr/>
      </dsp:nvSpPr>
      <dsp:spPr>
        <a:xfrm rot="5400000">
          <a:off x="674442" y="1544026"/>
          <a:ext cx="1940897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060B0-4110-4F12-8016-7027A85D3C0C}">
      <dsp:nvSpPr>
        <dsp:cNvPr id="0" name=""/>
        <dsp:cNvSpPr/>
      </dsp:nvSpPr>
      <dsp:spPr>
        <a:xfrm>
          <a:off x="246" y="344485"/>
          <a:ext cx="3340950" cy="12843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10 de Septiembre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Acta de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constitución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aprobada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7862" y="382101"/>
        <a:ext cx="3265718" cy="1209087"/>
      </dsp:txXfrm>
    </dsp:sp>
    <dsp:sp modelId="{DB299908-3FBE-40DE-9162-2252DE3FD1DB}">
      <dsp:nvSpPr>
        <dsp:cNvPr id="0" name=""/>
        <dsp:cNvSpPr/>
      </dsp:nvSpPr>
      <dsp:spPr>
        <a:xfrm rot="5400000">
          <a:off x="561286" y="3609403"/>
          <a:ext cx="2128960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06F08-CBB7-4DBE-A828-C29A3763B918}">
      <dsp:nvSpPr>
        <dsp:cNvPr id="0" name=""/>
        <dsp:cNvSpPr/>
      </dsp:nvSpPr>
      <dsp:spPr>
        <a:xfrm>
          <a:off x="246" y="2345223"/>
          <a:ext cx="3340950" cy="117768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20 de Septiembre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Requisitos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diseño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completados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4739" y="2379716"/>
        <a:ext cx="3271964" cy="1108695"/>
      </dsp:txXfrm>
    </dsp:sp>
    <dsp:sp modelId="{F7C630B1-3F1B-41B5-AD3A-E5AD1D4BD036}">
      <dsp:nvSpPr>
        <dsp:cNvPr id="0" name=""/>
        <dsp:cNvSpPr/>
      </dsp:nvSpPr>
      <dsp:spPr>
        <a:xfrm rot="20">
          <a:off x="1048913" y="5084862"/>
          <a:ext cx="3985108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53854-D4AC-4659-A8E2-0CDA07B3375F}">
      <dsp:nvSpPr>
        <dsp:cNvPr id="0" name=""/>
        <dsp:cNvSpPr/>
      </dsp:nvSpPr>
      <dsp:spPr>
        <a:xfrm>
          <a:off x="246" y="4105353"/>
          <a:ext cx="3340950" cy="193181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25 de Octubre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1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Módulo de autenticación, organizaciones y CRUD de publicaciones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6827" y="4161934"/>
        <a:ext cx="3227788" cy="1818656"/>
      </dsp:txXfrm>
    </dsp:sp>
    <dsp:sp modelId="{285E9E8D-E9B9-40B5-8A70-4D87EE0C8C2E}">
      <dsp:nvSpPr>
        <dsp:cNvPr id="0" name=""/>
        <dsp:cNvSpPr/>
      </dsp:nvSpPr>
      <dsp:spPr>
        <a:xfrm rot="16200000">
          <a:off x="4691894" y="3933818"/>
          <a:ext cx="1850654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58717-EAA5-4A21-B1D9-CA9CB7218311}">
      <dsp:nvSpPr>
        <dsp:cNvPr id="0" name=""/>
        <dsp:cNvSpPr/>
      </dsp:nvSpPr>
      <dsp:spPr>
        <a:xfrm>
          <a:off x="3991712" y="4473924"/>
          <a:ext cx="3340950" cy="156324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11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2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Almacenamiento de Publicaciones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037498" y="4519710"/>
        <a:ext cx="3249378" cy="1471676"/>
      </dsp:txXfrm>
    </dsp:sp>
    <dsp:sp modelId="{FA9E8111-1FC2-4780-B893-2B57BA8CCF3A}">
      <dsp:nvSpPr>
        <dsp:cNvPr id="0" name=""/>
        <dsp:cNvSpPr/>
      </dsp:nvSpPr>
      <dsp:spPr>
        <a:xfrm rot="16200000">
          <a:off x="4523767" y="1933740"/>
          <a:ext cx="2105126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918E3-2486-455A-BE28-010ED46B694D}">
      <dsp:nvSpPr>
        <dsp:cNvPr id="0" name=""/>
        <dsp:cNvSpPr/>
      </dsp:nvSpPr>
      <dsp:spPr>
        <a:xfrm>
          <a:off x="3991712" y="2614986"/>
          <a:ext cx="3340950" cy="156324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15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3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Scheduler</a:t>
          </a:r>
          <a:r>
            <a:rPr lang="es-MX" sz="1800" kern="1200" dirty="0">
              <a:latin typeface="Calibri" panose="020F0502020204030204" pitchFamily="34" charset="0"/>
              <a:cs typeface="Calibri" panose="020F0502020204030204" pitchFamily="34" charset="0"/>
            </a:rPr>
            <a:t>/Jobs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Integración de Primera Red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037498" y="2660772"/>
        <a:ext cx="3249378" cy="1471676"/>
      </dsp:txXfrm>
    </dsp:sp>
    <dsp:sp modelId="{8294B694-72AA-42FE-83C9-053E6147255D}">
      <dsp:nvSpPr>
        <dsp:cNvPr id="0" name=""/>
        <dsp:cNvSpPr/>
      </dsp:nvSpPr>
      <dsp:spPr>
        <a:xfrm>
          <a:off x="5029711" y="787514"/>
          <a:ext cx="3935829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6026E-7C17-45D7-9960-8DB0F9CE90E3}">
      <dsp:nvSpPr>
        <dsp:cNvPr id="0" name=""/>
        <dsp:cNvSpPr/>
      </dsp:nvSpPr>
      <dsp:spPr>
        <a:xfrm>
          <a:off x="3944934" y="345360"/>
          <a:ext cx="3340950" cy="187507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18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4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Feed</a:t>
          </a: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 de publicaciones realizadas en plataforma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999853" y="400279"/>
        <a:ext cx="3231112" cy="1765232"/>
      </dsp:txXfrm>
    </dsp:sp>
    <dsp:sp modelId="{92B336A1-21C0-4EDA-A968-0E6B0AF67570}">
      <dsp:nvSpPr>
        <dsp:cNvPr id="0" name=""/>
        <dsp:cNvSpPr/>
      </dsp:nvSpPr>
      <dsp:spPr>
        <a:xfrm rot="5335941">
          <a:off x="8592120" y="1674636"/>
          <a:ext cx="2011612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D4F03-02A1-43ED-BA7F-0A52392BFF09}">
      <dsp:nvSpPr>
        <dsp:cNvPr id="0" name=""/>
        <dsp:cNvSpPr/>
      </dsp:nvSpPr>
      <dsp:spPr>
        <a:xfrm>
          <a:off x="7885857" y="432210"/>
          <a:ext cx="3340950" cy="12843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20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Pruebas finales y documentación técnica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923473" y="469826"/>
        <a:ext cx="3265718" cy="1209087"/>
      </dsp:txXfrm>
    </dsp:sp>
    <dsp:sp modelId="{9695DA87-E73C-4364-A315-24E493E465E5}">
      <dsp:nvSpPr>
        <dsp:cNvPr id="0" name=""/>
        <dsp:cNvSpPr/>
      </dsp:nvSpPr>
      <dsp:spPr>
        <a:xfrm>
          <a:off x="7983425" y="2598771"/>
          <a:ext cx="3340950" cy="97066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22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Defensa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entrega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final</a:t>
          </a:r>
        </a:p>
      </dsp:txBody>
      <dsp:txXfrm>
        <a:off x="8011855" y="2627201"/>
        <a:ext cx="3284090" cy="913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27F25-93A5-437A-AB88-C82C3547ECF9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A8EE0-F43B-4A73-BF23-FA25A0A49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5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A8EE0-F43B-4A73-BF23-FA25A0A499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0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30E6A-CD7E-7F7A-5588-149421EDB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56BF1-53DC-F310-5089-6541E4957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4D5B5-0050-D99A-2452-04A3E2F9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68F71-E77C-08C7-5CE1-DD8393E33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CC6B0-A8A2-699F-C2CB-6598FC30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7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0942-59E3-4CF9-B17F-8112860E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75110-F140-DB8F-BB0E-8862F3C85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1D670-0803-D3DA-BF3E-2EF009B9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53E2-F946-8475-6FD4-F18931D4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E7E23-9989-50A9-0232-0C8FF954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36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1D7F2-4CE6-5AFF-0910-8E43A2C04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F3ADD-E8FA-8A37-2AFC-3440240B4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54C7-36D0-D34E-20B0-4AEEBBB8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0BA88-BCFD-C03C-A454-7C13DAB1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E7BE7-2DFA-027C-84F4-C2E02B96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4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4678-1902-3455-1FD1-0A64B71B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4A911-F54C-17E7-EADF-1AC02CEBD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C75EA-66A4-572B-5274-62D551A6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E3EFA-4B3B-9150-BB74-7BEF0AE0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45131-11C9-43D7-E0B6-24DF1BC5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E100D-E04E-E48E-9EC5-72C1DBF6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7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932E-3065-D0CB-4C5C-5451F5B5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91CA9-4C87-72E1-19E5-9225D50BB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A83F4-FFE0-1567-A039-FDEA300F2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2FA48-F39D-5B95-6FAF-9BEE5B933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1210A5-E225-6BB0-6123-EDAE236FD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AEA7F-F29F-3B2E-880A-7FC59254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EB37E-C280-C252-4891-3BA5A617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AFB7E-4F35-889D-CE72-6255235E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30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C619-72C8-EC3F-6F9F-7A357EFE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9C612-BB27-CE4D-BAC4-00192062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0F5C5-D39B-26F3-6D42-FB3E36EA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843A8-FE16-C1C4-28A9-D106D0F4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46FB4F-D29B-AFF0-72A0-F1C39C09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47955-6F63-D022-0BB4-33543C5F5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23EEA-50AD-C9AE-0A01-25C04DCD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7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9E2C-41AA-E592-8AAD-F9C774BE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EDB8-89D5-B492-B25C-495CF6B9F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59858-FB78-9D74-1BAF-D7079705C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DAE6D-27AC-D6ED-8487-B27F591B8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0B289-68B5-06B9-2AEA-863A5BEF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41F81-25E1-AA2B-F997-EF5B3EFB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1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3835-0018-D23F-0971-1AC7275A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D1003-E833-BB42-770A-AD322A9CD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F68E1-74BF-F58C-3304-4FB0338AC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34307-EE57-B00C-3EC7-B4523B63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E266C-71C1-D88B-B6A9-C4E3A326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87DE1-AA5B-71D2-585A-7B34F676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4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622A-417E-0FFA-3E3A-64890E47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9F30A-DFD3-1076-64E1-0B21B10B8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8C2D-E6C1-17C4-0845-F9C60805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E149-6A4F-7D0E-FC46-0D6E1704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6745B-EC56-7537-1CD4-3B2D437A5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5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80D63D-3793-D01A-6FC4-CC3253DE5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57470-BCCB-C4D7-03C3-F0E17CBF1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0F01-A5B7-FE79-3EE5-A776EE9D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F83E-0B1B-EBD5-0C39-88F9263C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6086B-9522-1FEC-7834-B6E3AF84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7F4E4-8901-66E6-17DA-ED3F4DBF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42860-974C-F409-D317-1164B5C22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1958-33EA-7B7E-CC00-7D1483F1C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5A633-34A6-4BA6-9654-F1B0B78D730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1881E-0AD4-C2A3-1614-F870C257B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015F7-0EBE-E6C8-C063-4A9445AD1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2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2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6.png"/><Relationship Id="rId4" Type="http://schemas.openxmlformats.org/officeDocument/2006/relationships/diagramData" Target="../diagrams/data1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B5E9538B-3F2F-7DBA-801C-3C61308BF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377C20A3-CD94-8FF5-B627-6BCAF37A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F2D00B-1B37-8FD4-5D0C-D18EF9E00789}"/>
              </a:ext>
            </a:extLst>
          </p:cNvPr>
          <p:cNvSpPr txBox="1"/>
          <p:nvPr/>
        </p:nvSpPr>
        <p:spPr>
          <a:xfrm>
            <a:off x="3047246" y="943704"/>
            <a:ext cx="6097508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8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Proyecto</a:t>
            </a:r>
            <a:endParaRPr lang="en-US" sz="4800" dirty="0">
              <a:solidFill>
                <a:srgbClr val="262626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dirty="0"/>
          </a:p>
          <a:p>
            <a:pPr algn="r">
              <a:buNone/>
            </a:pPr>
            <a:endParaRPr lang="en-US" dirty="0"/>
          </a:p>
          <a:p>
            <a:pPr algn="r">
              <a:buNone/>
            </a:pPr>
            <a:r>
              <a:rPr lang="en-US" sz="7200" u="sng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  <a:endParaRPr lang="en-US" sz="7200" u="sng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24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Capstone APT122 - Fase 2</a:t>
            </a:r>
            <a:endParaRPr lang="en-US" sz="2400" b="0" dirty="0">
              <a:effectLst/>
            </a:endParaRPr>
          </a:p>
          <a:p>
            <a:pPr algn="ctr" rtl="0">
              <a:spcBef>
                <a:spcPts val="320"/>
              </a:spcBef>
              <a:buNone/>
            </a:pPr>
            <a:r>
              <a:rPr lang="en-US" sz="24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       Integrantes: </a:t>
            </a:r>
            <a:r>
              <a:rPr lang="en-US" sz="2400" i="0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Douglas Ramirez, Victor Nadal</a:t>
            </a:r>
            <a:endParaRPr lang="en-US" sz="2400" dirty="0">
              <a:effectLst/>
            </a:endParaRPr>
          </a:p>
          <a:p>
            <a:pPr algn="ctr" rtl="0">
              <a:spcBef>
                <a:spcPts val="320"/>
              </a:spcBef>
              <a:buNone/>
            </a:pPr>
            <a:r>
              <a:rPr lang="en-US" sz="2400" b="1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2025</a:t>
            </a:r>
            <a:endParaRPr lang="en-US" sz="2400" b="1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858B8B-1FFC-E275-E46B-706F0E5A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246" y="2091727"/>
            <a:ext cx="2004588" cy="20045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3F11E01-23B1-29C6-9A56-FEE1DA86B04F}"/>
              </a:ext>
            </a:extLst>
          </p:cNvPr>
          <p:cNvSpPr/>
          <p:nvPr/>
        </p:nvSpPr>
        <p:spPr>
          <a:xfrm>
            <a:off x="-99588" y="-545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356F14A-085A-5798-AB0C-EB58AE50F984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9A36C040-15CA-24B4-672F-2EE3B9D09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924" y="5591786"/>
            <a:ext cx="2403703" cy="59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56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E22B3A9-3518-D8F5-D3E5-327BCF82B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720515-1079-E688-2783-641FF4C57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1FF4D5-0343-13A4-A6ED-6E177F43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70" y="94101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Estado del Proyecto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7FC2B1-B78D-C065-4888-01AC027F7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CAE1C81-F447-EB6D-A6D9-A730F7F5E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E2CDE00-DAB0-51C3-900C-5A4181912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02B855B-33A4-D958-E968-737D58656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43C17F2-0130-20BB-790D-13B8D85FE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54389F-8D46-8648-E467-933B5500F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66F48D-DE46-72F8-8820-52D860507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62EB21-B5DC-8187-CC71-345CF2028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B036A-D6BC-C80E-4FF5-E952CF846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F81F7A-E2F2-461B-DC0C-A918DAAE58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D5B4A01-D28C-3172-0093-7688AE7766E8}"/>
              </a:ext>
            </a:extLst>
          </p:cNvPr>
          <p:cNvSpPr/>
          <p:nvPr/>
        </p:nvSpPr>
        <p:spPr>
          <a:xfrm rot="10800000">
            <a:off x="0" y="59232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C9A61A5-6148-7B1D-9497-6102986A7073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1134A55F-FDCE-2BF8-5E36-E7E6C0A57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Introduction to Color Theory for Artists — Serena Archetti">
            <a:extLst>
              <a:ext uri="{FF2B5EF4-FFF2-40B4-BE49-F238E27FC236}">
                <a16:creationId xmlns:a16="http://schemas.microsoft.com/office/drawing/2014/main" id="{0DB60317-403E-5D79-5969-6DECCD6D9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9D3E0A4-3B04-45CD-C118-A87E70743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125975"/>
              </p:ext>
            </p:extLst>
          </p:nvPr>
        </p:nvGraphicFramePr>
        <p:xfrm>
          <a:off x="996098" y="1864101"/>
          <a:ext cx="10635520" cy="314494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17760">
                  <a:extLst>
                    <a:ext uri="{9D8B030D-6E8A-4147-A177-3AD203B41FA5}">
                      <a16:colId xmlns:a16="http://schemas.microsoft.com/office/drawing/2014/main" val="388685094"/>
                    </a:ext>
                  </a:extLst>
                </a:gridCol>
                <a:gridCol w="5317760">
                  <a:extLst>
                    <a:ext uri="{9D8B030D-6E8A-4147-A177-3AD203B41FA5}">
                      <a16:colId xmlns:a16="http://schemas.microsoft.com/office/drawing/2014/main" val="2065574627"/>
                    </a:ext>
                  </a:extLst>
                </a:gridCol>
              </a:tblGrid>
              <a:tr h="485246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Factor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Estado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3480496334"/>
                  </a:ext>
                </a:extLst>
              </a:tr>
              <a:tr h="83754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/>
                        <a:t>Inicio / Registro de Sesión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3599996170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 err="1"/>
                        <a:t>Asosiación</a:t>
                      </a:r>
                      <a:r>
                        <a:rPr lang="es-MX" sz="2400" dirty="0"/>
                        <a:t> de Datos por Cuenta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1268717859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Integración de plataforma</a:t>
                      </a: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En progreso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849498343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Almacenamiento de Imágenes para publicaciones</a:t>
                      </a: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En progreso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1235621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120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FCE25FC1-D552-C008-E1D8-9E0AA91E2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E2701D4A-743E-E8DB-0FFB-338FA5FDE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C4EA4C1-EACE-A917-60C8-BACFFDD1CE68}"/>
              </a:ext>
            </a:extLst>
          </p:cNvPr>
          <p:cNvSpPr/>
          <p:nvPr/>
        </p:nvSpPr>
        <p:spPr>
          <a:xfrm>
            <a:off x="-99588" y="-545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71231E0-8DA9-F799-BA47-64A7FEBB2703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EE91F716-04CD-5865-41C8-488657B7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623" y="69739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Detalles</a:t>
            </a:r>
            <a:r>
              <a:rPr lang="en-US" sz="4000" kern="12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4000" kern="12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Revisar</a:t>
            </a:r>
            <a:endParaRPr lang="en-US" sz="4000" kern="12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E47D93-DECE-8269-EF6D-A6DC4D70130B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Verifiación</a:t>
            </a:r>
            <a:r>
              <a:rPr lang="en-US" sz="2200" dirty="0"/>
              <a:t> de Campos</a:t>
            </a:r>
          </a:p>
        </p:txBody>
      </p:sp>
    </p:spTree>
    <p:extLst>
      <p:ext uri="{BB962C8B-B14F-4D97-AF65-F5344CB8AC3E}">
        <p14:creationId xmlns:p14="http://schemas.microsoft.com/office/powerpoint/2010/main" val="1684976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33FEA879-D4EF-8D6E-06F3-FC35FF85C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Introduction to Color Theory for Artists — Serena Archetti">
            <a:extLst>
              <a:ext uri="{FF2B5EF4-FFF2-40B4-BE49-F238E27FC236}">
                <a16:creationId xmlns:a16="http://schemas.microsoft.com/office/drawing/2014/main" id="{1EECE789-EB6E-3A06-5C9D-98E8082EA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F7DBF52A-125B-ABB2-7B08-318FFA039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623" y="0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Capturas</a:t>
            </a:r>
            <a:endParaRPr lang="en-US" sz="4000" kern="12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A14FC89-D7CA-2640-3A07-76471433D588}"/>
              </a:ext>
            </a:extLst>
          </p:cNvPr>
          <p:cNvSpPr/>
          <p:nvPr/>
        </p:nvSpPr>
        <p:spPr>
          <a:xfrm>
            <a:off x="-90063" y="-112618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91FC7BE-5240-AD5F-5AB6-68F6A3D9358D}"/>
              </a:ext>
            </a:extLst>
          </p:cNvPr>
          <p:cNvSpPr/>
          <p:nvPr/>
        </p:nvSpPr>
        <p:spPr>
          <a:xfrm rot="10800000">
            <a:off x="0" y="694117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8530236-0F54-8D98-8107-96090AC42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24" y="921057"/>
            <a:ext cx="5213044" cy="28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03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39CC-AF26-044C-95F9-6C24EE4FE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B6841-64E5-C87D-7E2B-05A08A5BA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B5CB5C1F-1BF5-718F-24A2-D9C298252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ntroduction to Color Theory for Artists — Serena Archetti">
            <a:extLst>
              <a:ext uri="{FF2B5EF4-FFF2-40B4-BE49-F238E27FC236}">
                <a16:creationId xmlns:a16="http://schemas.microsoft.com/office/drawing/2014/main" id="{B2A3153E-B167-3775-C4F0-47103D244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CB829FB-3AA2-8B18-3755-1B85D07235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2274164"/>
              </p:ext>
            </p:extLst>
          </p:nvPr>
        </p:nvGraphicFramePr>
        <p:xfrm>
          <a:off x="480587" y="84499"/>
          <a:ext cx="11324376" cy="64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90A4B6F-0B96-D92D-8E3D-E9FB870887BF}"/>
              </a:ext>
            </a:extLst>
          </p:cNvPr>
          <p:cNvSpPr/>
          <p:nvPr/>
        </p:nvSpPr>
        <p:spPr>
          <a:xfrm>
            <a:off x="-90063" y="-112618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A8630C-4DEE-24E2-AFD6-02F8E971DA8A}"/>
              </a:ext>
            </a:extLst>
          </p:cNvPr>
          <p:cNvSpPr/>
          <p:nvPr/>
        </p:nvSpPr>
        <p:spPr>
          <a:xfrm rot="10800000">
            <a:off x="0" y="694117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heck - Free icons">
            <a:extLst>
              <a:ext uri="{FF2B5EF4-FFF2-40B4-BE49-F238E27FC236}">
                <a16:creationId xmlns:a16="http://schemas.microsoft.com/office/drawing/2014/main" id="{3DDADC9E-5915-6B26-F8F6-F116490FC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1288016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heck - Free icons">
            <a:extLst>
              <a:ext uri="{FF2B5EF4-FFF2-40B4-BE49-F238E27FC236}">
                <a16:creationId xmlns:a16="http://schemas.microsoft.com/office/drawing/2014/main" id="{3673A198-4314-F066-17F2-F63C39D06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3094037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E4C66C-9565-599D-6D7A-1F0808239F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5539" y="3536815"/>
            <a:ext cx="850900" cy="8448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0C69EB-DAF2-D2EC-A91D-11F78CD4A3AC}"/>
              </a:ext>
            </a:extLst>
          </p:cNvPr>
          <p:cNvSpPr txBox="1"/>
          <p:nvPr/>
        </p:nvSpPr>
        <p:spPr>
          <a:xfrm>
            <a:off x="8366439" y="4847064"/>
            <a:ext cx="36818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4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Cronograma</a:t>
            </a:r>
            <a:endParaRPr lang="en-US" sz="4800" b="0" dirty="0"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14B089-6B81-DD71-F2F7-B02887D1179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02"/>
          <a:stretch>
            <a:fillRect/>
          </a:stretch>
        </p:blipFill>
        <p:spPr>
          <a:xfrm>
            <a:off x="12282063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15" name="Picture 2" descr="Check - Free icons">
            <a:extLst>
              <a:ext uri="{FF2B5EF4-FFF2-40B4-BE49-F238E27FC236}">
                <a16:creationId xmlns:a16="http://schemas.microsoft.com/office/drawing/2014/main" id="{F136259F-1FBC-BE58-F436-606BD6508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5513702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heck - Free icons">
            <a:extLst>
              <a:ext uri="{FF2B5EF4-FFF2-40B4-BE49-F238E27FC236}">
                <a16:creationId xmlns:a16="http://schemas.microsoft.com/office/drawing/2014/main" id="{898308F8-BB7F-991C-448A-3FE277CB8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539" y="5513702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718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C6DB-1ADD-9CF6-F7D0-15282088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19E27E0-99DA-7543-A5EF-881A74583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02ED61-4083-7253-BD8C-1410D56D9133}"/>
              </a:ext>
            </a:extLst>
          </p:cNvPr>
          <p:cNvSpPr txBox="1">
            <a:spLocks/>
          </p:cNvSpPr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/>
              <a:t>Conclusión</a:t>
            </a:r>
          </a:p>
        </p:txBody>
      </p:sp>
      <p:sp>
        <p:nvSpPr>
          <p:cNvPr id="6" name="sketchy line">
            <a:extLst>
              <a:ext uri="{FF2B5EF4-FFF2-40B4-BE49-F238E27FC236}">
                <a16:creationId xmlns:a16="http://schemas.microsoft.com/office/drawing/2014/main" id="{B2754E59-527F-1300-BE02-3085135FC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9F1F4483-257D-C2DF-54EF-507CABBBA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AD05FFB-BE80-70AE-E955-D7505B791EA4}"/>
              </a:ext>
            </a:extLst>
          </p:cNvPr>
          <p:cNvSpPr/>
          <p:nvPr/>
        </p:nvSpPr>
        <p:spPr>
          <a:xfrm rot="10800000">
            <a:off x="0" y="59232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Introduction to Color Theory for Artists — Serena Archetti">
            <a:extLst>
              <a:ext uri="{FF2B5EF4-FFF2-40B4-BE49-F238E27FC236}">
                <a16:creationId xmlns:a16="http://schemas.microsoft.com/office/drawing/2014/main" id="{13CC0A0A-8856-F5D3-B57D-1081203D6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CA0B00-3F7A-A9DA-41D3-443A34A25B31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Afinar</a:t>
            </a:r>
            <a:r>
              <a:rPr lang="en-US" sz="2200" dirty="0"/>
              <a:t> </a:t>
            </a:r>
            <a:r>
              <a:rPr lang="en-US" sz="2200" dirty="0" err="1"/>
              <a:t>detalles</a:t>
            </a:r>
            <a:r>
              <a:rPr lang="en-US" sz="2200" dirty="0"/>
              <a:t> </a:t>
            </a:r>
            <a:r>
              <a:rPr lang="en-US" sz="2200" dirty="0" err="1"/>
              <a:t>pequeños</a:t>
            </a:r>
            <a:r>
              <a:rPr lang="en-US" sz="2200" dirty="0"/>
              <a:t>, </a:t>
            </a:r>
            <a:r>
              <a:rPr lang="en-US" sz="2200" dirty="0" err="1"/>
              <a:t>visuales</a:t>
            </a:r>
            <a:r>
              <a:rPr lang="en-US" sz="2200" dirty="0"/>
              <a:t> y </a:t>
            </a:r>
            <a:r>
              <a:rPr lang="en-US" sz="2200" dirty="0" err="1"/>
              <a:t>técnicos</a:t>
            </a:r>
            <a:r>
              <a:rPr lang="en-US" sz="2200" dirty="0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Implementar</a:t>
            </a:r>
            <a:r>
              <a:rPr lang="en-US" sz="2200" dirty="0"/>
              <a:t> Scheduler </a:t>
            </a:r>
            <a:r>
              <a:rPr lang="en-US" sz="2200" dirty="0" err="1"/>
              <a:t>en</a:t>
            </a:r>
            <a:r>
              <a:rPr lang="en-US" sz="2200" dirty="0"/>
              <a:t> Composer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Implementar</a:t>
            </a:r>
            <a:r>
              <a:rPr lang="en-US" sz="2200" dirty="0"/>
              <a:t> y </a:t>
            </a:r>
            <a:r>
              <a:rPr lang="en-US" sz="2200" dirty="0" err="1"/>
              <a:t>utilizar</a:t>
            </a:r>
            <a:r>
              <a:rPr lang="en-US" sz="2200" dirty="0"/>
              <a:t> </a:t>
            </a:r>
            <a:r>
              <a:rPr lang="en-US" sz="2200" dirty="0" err="1"/>
              <a:t>primera</a:t>
            </a:r>
            <a:r>
              <a:rPr lang="en-US" sz="2200" dirty="0"/>
              <a:t> </a:t>
            </a:r>
            <a:r>
              <a:rPr lang="en-US" sz="2200" dirty="0" err="1"/>
              <a:t>integración</a:t>
            </a:r>
            <a:r>
              <a:rPr lang="en-US" sz="2200" dirty="0"/>
              <a:t> (BlueSky)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512FA6-950D-7715-A98B-0E91531DD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"/>
          <a:stretch>
            <a:fillRect/>
          </a:stretch>
        </p:blipFill>
        <p:spPr>
          <a:xfrm>
            <a:off x="5384272" y="-319314"/>
            <a:ext cx="7359211" cy="733697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791724F-314C-1AAC-7368-57F29CA7853D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75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149</Words>
  <Application>Microsoft Office PowerPoint</Application>
  <PresentationFormat>Widescreen</PresentationFormat>
  <Paragraphs>52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ADLaM Display</vt:lpstr>
      <vt:lpstr>Aptos</vt:lpstr>
      <vt:lpstr>Aptos Display</vt:lpstr>
      <vt:lpstr>Arial</vt:lpstr>
      <vt:lpstr>Calibri</vt:lpstr>
      <vt:lpstr>Office Theme</vt:lpstr>
      <vt:lpstr>PowerPoint Presentation</vt:lpstr>
      <vt:lpstr>Estado del Proyecto</vt:lpstr>
      <vt:lpstr>Detalles por Revisar</vt:lpstr>
      <vt:lpstr>Capturas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. RAMIREZ RAMIREZ</dc:creator>
  <cp:lastModifiedBy>DOUGLAS . RAMIREZ RAMIREZ</cp:lastModifiedBy>
  <cp:revision>5</cp:revision>
  <dcterms:created xsi:type="dcterms:W3CDTF">2025-10-25T11:28:49Z</dcterms:created>
  <dcterms:modified xsi:type="dcterms:W3CDTF">2025-11-08T03:57:25Z</dcterms:modified>
</cp:coreProperties>
</file>