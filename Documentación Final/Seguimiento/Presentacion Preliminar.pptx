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8" r:id="rId4"/>
    <p:sldId id="259" r:id="rId5"/>
    <p:sldId id="257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943704"/>
            <a:ext cx="6097508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n-US" sz="480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 algn="r">
              <a:buNone/>
            </a:pPr>
            <a:endParaRPr lang="en-US" dirty="0"/>
          </a:p>
          <a:p>
            <a:pPr algn="r">
              <a:buNone/>
            </a:pPr>
            <a:r>
              <a:rPr lang="en-US" sz="72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endParaRPr lang="en-US" sz="7200" u="sng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 APT122</a:t>
            </a:r>
            <a:endParaRPr lang="en-US" sz="2400" b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       Integrantes: </a:t>
            </a:r>
            <a:r>
              <a:rPr lang="en-US" sz="2400" i="0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Douglas Ramirez, Victor Nadal</a:t>
            </a:r>
            <a:endParaRPr lang="en-US" sz="240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1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n-US" sz="2400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46" y="2091727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69112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A36C040-15CA-24B4-672F-2EE3B9D0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BBDCD0B-B2B6-E5FF-0AA9-AAE42877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FA6EBCA0-488B-134D-B4C0-68D119549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4C3684F-0669-4DFD-0132-35DCCAC7A0E3}"/>
              </a:ext>
            </a:extLst>
          </p:cNvPr>
          <p:cNvSpPr/>
          <p:nvPr/>
        </p:nvSpPr>
        <p:spPr>
          <a:xfrm>
            <a:off x="-99588" y="-1115374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C3F9AD-B23C-EB87-DA71-C06E334E70F3}"/>
              </a:ext>
            </a:extLst>
          </p:cNvPr>
          <p:cNvSpPr/>
          <p:nvPr/>
        </p:nvSpPr>
        <p:spPr>
          <a:xfrm rot="10800000">
            <a:off x="0" y="6948487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B149757-12A9-E89A-EF88-AD1E5092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400" y="550516"/>
            <a:ext cx="3421691" cy="342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8F2DC-7ABD-A852-AA6B-AF5C91561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268" b="86328" l="391" r="94922">
                        <a14:foregroundMark x1="47070" y1="13477" x2="47070" y2="13477"/>
                        <a14:foregroundMark x1="28809" y1="20052" x2="36328" y2="15234"/>
                        <a14:foregroundMark x1="29395" y1="17122" x2="47559" y2="8398"/>
                        <a14:foregroundMark x1="47559" y1="8398" x2="68457" y2="14193"/>
                        <a14:foregroundMark x1="68457" y1="14193" x2="76074" y2="23112"/>
                        <a14:foregroundMark x1="37500" y1="57552" x2="17480" y2="62760"/>
                        <a14:foregroundMark x1="17480" y1="62760" x2="391" y2="79167"/>
                        <a14:foregroundMark x1="77539" y1="72982" x2="87402" y2="75130"/>
                        <a14:foregroundMark x1="94922" y1="73177" x2="88184" y2="86328"/>
                        <a14:foregroundMark x1="10254" y1="83398" x2="38086" y2="84570"/>
                        <a14:foregroundMark x1="24707" y1="81901" x2="74609" y2="8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83" b="22223"/>
          <a:stretch>
            <a:fillRect/>
          </a:stretch>
        </p:blipFill>
        <p:spPr bwMode="auto">
          <a:xfrm>
            <a:off x="7855129" y="543207"/>
            <a:ext cx="312318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97322D93-A6FD-D5F7-F42F-F9B2831E096D}"/>
              </a:ext>
            </a:extLst>
          </p:cNvPr>
          <p:cNvSpPr/>
          <p:nvPr/>
        </p:nvSpPr>
        <p:spPr>
          <a:xfrm>
            <a:off x="463140" y="3972207"/>
            <a:ext cx="4994333" cy="2335277"/>
          </a:xfrm>
          <a:prstGeom prst="parallelogram">
            <a:avLst/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dirty="0">
                <a:solidFill>
                  <a:schemeClr val="tx1"/>
                </a:solidFill>
              </a:rPr>
              <a:t>Víctor Nadal</a:t>
            </a:r>
          </a:p>
          <a:p>
            <a:pPr algn="ctr"/>
            <a:endParaRPr lang="es-MX" sz="2000" dirty="0">
              <a:solidFill>
                <a:schemeClr val="tx1"/>
              </a:solidFill>
            </a:endParaRPr>
          </a:p>
          <a:p>
            <a:pPr algn="ctr"/>
            <a:r>
              <a:rPr lang="es-ES" sz="2400" dirty="0" err="1">
                <a:solidFill>
                  <a:schemeClr val="tx1"/>
                </a:solidFill>
              </a:rPr>
              <a:t>Product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Owner</a:t>
            </a:r>
            <a:endParaRPr lang="es-ES" sz="2400" dirty="0">
              <a:solidFill>
                <a:schemeClr val="tx1"/>
              </a:solidFill>
            </a:endParaRPr>
          </a:p>
          <a:p>
            <a:pPr algn="ctr"/>
            <a:r>
              <a:rPr lang="es-ES" sz="2400" dirty="0">
                <a:solidFill>
                  <a:schemeClr val="tx1"/>
                </a:solidFill>
              </a:rPr>
              <a:t>Gerente de Proyecto</a:t>
            </a:r>
          </a:p>
          <a:p>
            <a:pPr algn="ctr"/>
            <a:r>
              <a:rPr lang="es-ES" sz="2400" dirty="0">
                <a:solidFill>
                  <a:schemeClr val="tx1"/>
                </a:solidFill>
              </a:rPr>
              <a:t>Desarrollador Full-</a:t>
            </a:r>
            <a:r>
              <a:rPr lang="es-ES" sz="2400" dirty="0" err="1">
                <a:solidFill>
                  <a:schemeClr val="tx1"/>
                </a:solidFill>
              </a:rPr>
              <a:t>stack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BAD3550A-C160-79D7-B804-B730769A0798}"/>
              </a:ext>
            </a:extLst>
          </p:cNvPr>
          <p:cNvSpPr/>
          <p:nvPr/>
        </p:nvSpPr>
        <p:spPr>
          <a:xfrm>
            <a:off x="6647587" y="3972207"/>
            <a:ext cx="4994333" cy="2342586"/>
          </a:xfrm>
          <a:prstGeom prst="parallelogram">
            <a:avLst/>
          </a:prstGeom>
          <a:blipFill>
            <a:blip r:embed="rId6"/>
            <a:tile tx="0" ty="0" sx="100000" sy="100000" flip="none" algn="tl"/>
          </a:blip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dirty="0">
                <a:solidFill>
                  <a:schemeClr val="tx1"/>
                </a:solidFill>
              </a:rPr>
              <a:t>Douglas Ramírez</a:t>
            </a:r>
          </a:p>
          <a:p>
            <a:pPr algn="ctr"/>
            <a:endParaRPr lang="es-MX" sz="2000" dirty="0">
              <a:solidFill>
                <a:schemeClr val="tx1"/>
              </a:solidFill>
            </a:endParaRPr>
          </a:p>
          <a:p>
            <a:pPr algn="ctr"/>
            <a:r>
              <a:rPr lang="es-ES" sz="2400" dirty="0">
                <a:solidFill>
                  <a:schemeClr val="tx1"/>
                </a:solidFill>
              </a:rPr>
              <a:t>Scrum-Master</a:t>
            </a:r>
          </a:p>
          <a:p>
            <a:pPr algn="ctr"/>
            <a:r>
              <a:rPr lang="es-ES" sz="2400" dirty="0">
                <a:solidFill>
                  <a:schemeClr val="tx1"/>
                </a:solidFill>
              </a:rPr>
              <a:t>Desarrollador Full-</a:t>
            </a:r>
            <a:r>
              <a:rPr lang="es-ES" sz="2400" dirty="0" err="1">
                <a:solidFill>
                  <a:schemeClr val="tx1"/>
                </a:solidFill>
              </a:rPr>
              <a:t>stack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09CFA-AC77-7BE2-5D43-C0E573BB91EF}"/>
              </a:ext>
            </a:extLst>
          </p:cNvPr>
          <p:cNvSpPr txBox="1"/>
          <p:nvPr/>
        </p:nvSpPr>
        <p:spPr>
          <a:xfrm>
            <a:off x="3047246" y="172077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Integrantes</a:t>
            </a:r>
            <a:endParaRPr lang="en-US" sz="4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4149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22B3A9-3518-D8F5-D3E5-327BCF82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20515-1079-E688-2783-641FF4C5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99496" y="997893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Contexto</a:t>
            </a:r>
            <a:endParaRPr lang="en-US" sz="4000" kern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7FC2B1-B78D-C065-4888-01AC027F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E1C81-F447-EB6D-A6D9-A730F7F5E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2CDE00-DAB0-51C3-900C-5A418191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B855B-33A4-D958-E968-737D5865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3C17F2-0130-20BB-790D-13B8D85FE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54389F-8D46-8648-E467-933B5500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66F48D-DE46-72F8-8820-52D860507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62EB21-B5DC-8187-CC71-345CF202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B036A-D6BC-C80E-4FF5-E952CF84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81F7A-E2F2-461B-DC0C-A918DAAE5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5B4A01-D28C-3172-0093-7688AE7766E8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156CB0-2A08-506F-844D-41AFF85DA4BB}"/>
              </a:ext>
            </a:extLst>
          </p:cNvPr>
          <p:cNvSpPr txBox="1"/>
          <p:nvPr/>
        </p:nvSpPr>
        <p:spPr>
          <a:xfrm>
            <a:off x="497348" y="2688389"/>
            <a:ext cx="41075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Muchas redes sociales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Gestión estratégica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Consumo de Tiempo</a:t>
            </a:r>
            <a:endParaRPr lang="en-US" sz="2800" dirty="0"/>
          </a:p>
        </p:txBody>
      </p:sp>
      <p:pic>
        <p:nvPicPr>
          <p:cNvPr id="1026" name="Picture 2" descr="Tiktok, logo, social media icon - Free download">
            <a:extLst>
              <a:ext uri="{FF2B5EF4-FFF2-40B4-BE49-F238E27FC236}">
                <a16:creationId xmlns:a16="http://schemas.microsoft.com/office/drawing/2014/main" id="{BDD72E21-DCEC-3D27-550D-44CFF2F6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573" y="3873091"/>
            <a:ext cx="2013060" cy="201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witter X icon - Free Download PNG &amp; SVG | Streamline">
            <a:extLst>
              <a:ext uri="{FF2B5EF4-FFF2-40B4-BE49-F238E27FC236}">
                <a16:creationId xmlns:a16="http://schemas.microsoft.com/office/drawing/2014/main" id="{A71D86C6-9257-BFAB-BBC5-42D4BA586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579" y="3044535"/>
            <a:ext cx="1529422" cy="15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stagram - Wikipedia, la enciclopedia libre">
            <a:extLst>
              <a:ext uri="{FF2B5EF4-FFF2-40B4-BE49-F238E27FC236}">
                <a16:creationId xmlns:a16="http://schemas.microsoft.com/office/drawing/2014/main" id="{3D8BBE97-0F6D-8AB2-A83D-460E2C623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428" y="2777133"/>
            <a:ext cx="1839224" cy="183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uesky - Wikipedia">
            <a:extLst>
              <a:ext uri="{FF2B5EF4-FFF2-40B4-BE49-F238E27FC236}">
                <a16:creationId xmlns:a16="http://schemas.microsoft.com/office/drawing/2014/main" id="{F8F7E812-E7CD-B092-735E-477603496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991" y="476050"/>
            <a:ext cx="1938831" cy="171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26C64AC-D62C-D267-4AA1-CC9D7113C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585" y="1211560"/>
            <a:ext cx="1512483" cy="151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A2C6431C-B6C8-3988-69C1-2A05105EC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7203565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5228-3B30-B8C6-7288-363B18F0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ntroduction to Color Theory for Artists — Serena Archetti">
            <a:extLst>
              <a:ext uri="{FF2B5EF4-FFF2-40B4-BE49-F238E27FC236}">
                <a16:creationId xmlns:a16="http://schemas.microsoft.com/office/drawing/2014/main" id="{97F5CE7E-D638-04D4-2E8F-053134A9D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71288D-FBB7-1DDB-974D-9BA377EE9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4833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532C69-5DFE-6588-E6E5-C59EE648F4D6}"/>
              </a:ext>
            </a:extLst>
          </p:cNvPr>
          <p:cNvSpPr/>
          <p:nvPr/>
        </p:nvSpPr>
        <p:spPr>
          <a:xfrm>
            <a:off x="-99588" y="-69112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369ABD-58CA-F997-366B-E0D4A779638C}"/>
              </a:ext>
            </a:extLst>
          </p:cNvPr>
          <p:cNvSpPr/>
          <p:nvPr/>
        </p:nvSpPr>
        <p:spPr>
          <a:xfrm rot="10800000">
            <a:off x="0" y="70053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224AC-61AA-2C0F-8C23-9C579E2FA3F2}"/>
              </a:ext>
            </a:extLst>
          </p:cNvPr>
          <p:cNvSpPr txBox="1">
            <a:spLocks/>
          </p:cNvSpPr>
          <p:nvPr/>
        </p:nvSpPr>
        <p:spPr>
          <a:xfrm>
            <a:off x="775623" y="750232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Usuarios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Funcionalidades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630B2-6757-CAE2-DDC5-89AD1F999368}"/>
              </a:ext>
            </a:extLst>
          </p:cNvPr>
          <p:cNvSpPr txBox="1"/>
          <p:nvPr/>
        </p:nvSpPr>
        <p:spPr>
          <a:xfrm>
            <a:off x="775623" y="1621855"/>
            <a:ext cx="45803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Creadores de Contenido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Ilustradores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 err="1"/>
              <a:t>Community</a:t>
            </a:r>
            <a:r>
              <a:rPr lang="es-MX" sz="2800" dirty="0"/>
              <a:t>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Emprendimientos</a:t>
            </a:r>
            <a:endParaRPr lang="en-US" sz="2800" dirty="0"/>
          </a:p>
        </p:txBody>
      </p:sp>
      <p:pic>
        <p:nvPicPr>
          <p:cNvPr id="11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B88651A-F8E1-F74E-E4D0-150BCA25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E63912-DBFC-5B88-B2BE-D1FABB55850E}"/>
              </a:ext>
            </a:extLst>
          </p:cNvPr>
          <p:cNvSpPr txBox="1"/>
          <p:nvPr/>
        </p:nvSpPr>
        <p:spPr>
          <a:xfrm>
            <a:off x="6299201" y="1621855"/>
            <a:ext cx="51170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Programación de Contenido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Publicación </a:t>
            </a:r>
            <a:r>
              <a:rPr lang="es-MX" sz="2800" dirty="0" err="1"/>
              <a:t>cross</a:t>
            </a:r>
            <a:r>
              <a:rPr lang="es-MX" sz="2800" dirty="0"/>
              <a:t>-plataforma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Análisis y Métricas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Exposición</a:t>
            </a:r>
            <a:endParaRPr lang="en-US" sz="2800" dirty="0"/>
          </a:p>
        </p:txBody>
      </p:sp>
      <p:pic>
        <p:nvPicPr>
          <p:cNvPr id="3074" name="Picture 2" descr="Drawing tablet - Free technology icons">
            <a:extLst>
              <a:ext uri="{FF2B5EF4-FFF2-40B4-BE49-F238E27FC236}">
                <a16:creationId xmlns:a16="http://schemas.microsoft.com/office/drawing/2014/main" id="{F5873F72-3291-E975-F32E-42F73D01D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13967">
            <a:off x="672871" y="3886879"/>
            <a:ext cx="1813593" cy="181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amera - Free ui icons">
            <a:extLst>
              <a:ext uri="{FF2B5EF4-FFF2-40B4-BE49-F238E27FC236}">
                <a16:creationId xmlns:a16="http://schemas.microsoft.com/office/drawing/2014/main" id="{C90B808C-9CF9-C641-3B48-FD165700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4474">
            <a:off x="2875484" y="3952052"/>
            <a:ext cx="2108056" cy="210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alendar Vector Icons free download in SVG, PNG Format">
            <a:extLst>
              <a:ext uri="{FF2B5EF4-FFF2-40B4-BE49-F238E27FC236}">
                <a16:creationId xmlns:a16="http://schemas.microsoft.com/office/drawing/2014/main" id="{CB143866-E5B2-5935-6B70-4E13B8EB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01878">
            <a:off x="6167250" y="4472224"/>
            <a:ext cx="2257645" cy="225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Download Spotlight Icon Silhouette | Wallpapers.com">
            <a:extLst>
              <a:ext uri="{FF2B5EF4-FFF2-40B4-BE49-F238E27FC236}">
                <a16:creationId xmlns:a16="http://schemas.microsoft.com/office/drawing/2014/main" id="{6403CD55-7E48-D357-C6AA-443C5C95F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488" y="3600598"/>
            <a:ext cx="2000449" cy="200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Statistics - Free business icons">
            <a:extLst>
              <a:ext uri="{FF2B5EF4-FFF2-40B4-BE49-F238E27FC236}">
                <a16:creationId xmlns:a16="http://schemas.microsoft.com/office/drawing/2014/main" id="{F6B6160D-63BF-D81D-85BC-40B7DA27B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937" y="4645712"/>
            <a:ext cx="2000450" cy="20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82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219ED16C-02D1-A62F-FF72-C83FF6F78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9C5874-C2B2-E18F-F8D1-310F393BB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776" y="-119064"/>
            <a:ext cx="7277101" cy="72771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570D0C6B-08FC-E616-2A81-B18AB0756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4297EA-EDD3-894F-2B9B-7E0E4FDF0C30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A97D04-7556-EF1D-34EC-125E925B54D2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BDABA0-3956-BBFB-1626-D037D7837C90}"/>
              </a:ext>
            </a:extLst>
          </p:cNvPr>
          <p:cNvSpPr txBox="1"/>
          <p:nvPr/>
        </p:nvSpPr>
        <p:spPr>
          <a:xfrm>
            <a:off x="1178294" y="2442364"/>
            <a:ext cx="42227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r>
              <a:rPr lang="en-US" sz="4400" u="sng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44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</a:t>
            </a:r>
            <a:r>
              <a:rPr lang="en-US" sz="4400" u="sng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44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Acción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9276-32D5-9C58-F9EA-177C5976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E71C4F-E33C-5F2E-6602-5A6E900816EE}"/>
              </a:ext>
            </a:extLst>
          </p:cNvPr>
          <p:cNvSpPr/>
          <p:nvPr/>
        </p:nvSpPr>
        <p:spPr>
          <a:xfrm>
            <a:off x="-93552" y="-119064"/>
            <a:ext cx="12285552" cy="7029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CF9D3-5841-8A01-A9BE-E19087C0F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07004" y="-259996"/>
            <a:ext cx="7377992" cy="73779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640B434A-C19F-C278-A549-5E85F5A06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79158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652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CDF8-DB60-C57B-818F-38DE1668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A005F0-2EA9-8A92-DB59-17595E99A91E}"/>
              </a:ext>
            </a:extLst>
          </p:cNvPr>
          <p:cNvSpPr/>
          <p:nvPr/>
        </p:nvSpPr>
        <p:spPr>
          <a:xfrm>
            <a:off x="-93552" y="-119064"/>
            <a:ext cx="12285552" cy="70298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40F2A0-4305-A7FD-CB71-E4E9DB6B9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07004" y="-7727596"/>
            <a:ext cx="7377992" cy="73779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0878BB-1910-7C93-B118-91572B5A989C}"/>
              </a:ext>
            </a:extLst>
          </p:cNvPr>
          <p:cNvSpPr txBox="1"/>
          <p:nvPr/>
        </p:nvSpPr>
        <p:spPr>
          <a:xfrm>
            <a:off x="3634821" y="2705725"/>
            <a:ext cx="48288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u="sng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Muchas</a:t>
            </a:r>
            <a:r>
              <a:rPr lang="en-US" sz="4400" u="sng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Gracias </a:t>
            </a:r>
            <a:r>
              <a:rPr lang="en-US" sz="4400" u="sng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por</a:t>
            </a:r>
            <a:r>
              <a:rPr lang="en-US" sz="4400" u="sng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4400" u="sng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su</a:t>
            </a:r>
            <a:r>
              <a:rPr lang="en-US" sz="4400" u="sng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4400" u="sng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atención</a:t>
            </a:r>
            <a:r>
              <a:rPr lang="en-US" sz="4400" u="sng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.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4CF656B0-FA90-CE2F-C770-89BAA86A3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464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65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Contexto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22</cp:revision>
  <dcterms:created xsi:type="dcterms:W3CDTF">2025-10-25T11:28:49Z</dcterms:created>
  <dcterms:modified xsi:type="dcterms:W3CDTF">2025-11-22T02:59:15Z</dcterms:modified>
</cp:coreProperties>
</file>